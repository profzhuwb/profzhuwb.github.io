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8" r:id="rId2"/>
    <p:sldId id="766" r:id="rId3"/>
    <p:sldId id="753" r:id="rId4"/>
    <p:sldId id="756" r:id="rId5"/>
    <p:sldId id="757" r:id="rId6"/>
    <p:sldId id="758" r:id="rId7"/>
    <p:sldId id="759" r:id="rId8"/>
    <p:sldId id="760" r:id="rId9"/>
    <p:sldId id="761" r:id="rId10"/>
    <p:sldId id="762" r:id="rId11"/>
    <p:sldId id="763" r:id="rId12"/>
    <p:sldId id="765" r:id="rId13"/>
    <p:sldId id="76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24" userDrawn="1">
          <p15:clr>
            <a:srgbClr val="A4A3A4"/>
          </p15:clr>
        </p15:guide>
        <p15:guide id="2" pos="37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CCF"/>
    <a:srgbClr val="063D54"/>
    <a:srgbClr val="ED7D31"/>
    <a:srgbClr val="FF556D"/>
    <a:srgbClr val="1F4E79"/>
    <a:srgbClr val="0198C2"/>
    <a:srgbClr val="019D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0EE85A-5958-4A71-8D46-55095F12C85D}" v="73" dt="2020-07-28T00:36:57.4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78" autoAdjust="0"/>
    <p:restoredTop sz="86431" autoAdjust="0"/>
  </p:normalViewPr>
  <p:slideViewPr>
    <p:cSldViewPr snapToGrid="0" showGuides="1">
      <p:cViewPr varScale="1">
        <p:scale>
          <a:sx n="85" d="100"/>
          <a:sy n="85" d="100"/>
        </p:scale>
        <p:origin x="76" y="76"/>
      </p:cViewPr>
      <p:guideLst>
        <p:guide orient="horz" pos="3624"/>
        <p:guide pos="3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bin Zhu" userId="cc00053150d26d9a" providerId="LiveId" clId="{460EE85A-5958-4A71-8D46-55095F12C85D}"/>
    <pc:docChg chg="undo custSel addSld modSld">
      <pc:chgData name="Wenbin Zhu" userId="cc00053150d26d9a" providerId="LiveId" clId="{460EE85A-5958-4A71-8D46-55095F12C85D}" dt="2020-07-28T00:36:59.323" v="348" actId="20577"/>
      <pc:docMkLst>
        <pc:docMk/>
      </pc:docMkLst>
      <pc:sldChg chg="addSp delSp modSp new mod">
        <pc:chgData name="Wenbin Zhu" userId="cc00053150d26d9a" providerId="LiveId" clId="{460EE85A-5958-4A71-8D46-55095F12C85D}" dt="2020-07-28T00:25:18.784" v="108" actId="20577"/>
        <pc:sldMkLst>
          <pc:docMk/>
          <pc:sldMk cId="1032202671" sldId="763"/>
        </pc:sldMkLst>
        <pc:spChg chg="add del">
          <ac:chgData name="Wenbin Zhu" userId="cc00053150d26d9a" providerId="LiveId" clId="{460EE85A-5958-4A71-8D46-55095F12C85D}" dt="2020-07-27T23:41:06.239" v="2"/>
          <ac:spMkLst>
            <pc:docMk/>
            <pc:sldMk cId="1032202671" sldId="763"/>
            <ac:spMk id="2" creationId="{F8B7FE36-3D64-4D9B-9A3D-1B0D283523CC}"/>
          </ac:spMkLst>
        </pc:spChg>
        <pc:spChg chg="add del">
          <ac:chgData name="Wenbin Zhu" userId="cc00053150d26d9a" providerId="LiveId" clId="{460EE85A-5958-4A71-8D46-55095F12C85D}" dt="2020-07-27T23:41:45.967" v="4"/>
          <ac:spMkLst>
            <pc:docMk/>
            <pc:sldMk cId="1032202671" sldId="763"/>
            <ac:spMk id="3" creationId="{B069E11A-F2A7-4071-90DE-1B6447C8A421}"/>
          </ac:spMkLst>
        </pc:spChg>
        <pc:spChg chg="mod">
          <ac:chgData name="Wenbin Zhu" userId="cc00053150d26d9a" providerId="LiveId" clId="{460EE85A-5958-4A71-8D46-55095F12C85D}" dt="2020-07-27T23:43:06.181" v="9"/>
          <ac:spMkLst>
            <pc:docMk/>
            <pc:sldMk cId="1032202671" sldId="763"/>
            <ac:spMk id="7" creationId="{DF609DBE-195E-4BFF-9167-619A94FF0C8D}"/>
          </ac:spMkLst>
        </pc:spChg>
        <pc:spChg chg="add mod">
          <ac:chgData name="Wenbin Zhu" userId="cc00053150d26d9a" providerId="LiveId" clId="{460EE85A-5958-4A71-8D46-55095F12C85D}" dt="2020-07-28T00:25:18.784" v="108" actId="20577"/>
          <ac:spMkLst>
            <pc:docMk/>
            <pc:sldMk cId="1032202671" sldId="763"/>
            <ac:spMk id="9" creationId="{723D4429-FF8F-4D32-9ED8-284C2E42CD9C}"/>
          </ac:spMkLst>
        </pc:spChg>
        <pc:spChg chg="add mod">
          <ac:chgData name="Wenbin Zhu" userId="cc00053150d26d9a" providerId="LiveId" clId="{460EE85A-5958-4A71-8D46-55095F12C85D}" dt="2020-07-27T23:48:15.879" v="102" actId="1076"/>
          <ac:spMkLst>
            <pc:docMk/>
            <pc:sldMk cId="1032202671" sldId="763"/>
            <ac:spMk id="12" creationId="{8656D724-87EA-4335-AEA8-97D1381A5545}"/>
          </ac:spMkLst>
        </pc:spChg>
        <pc:spChg chg="add mod">
          <ac:chgData name="Wenbin Zhu" userId="cc00053150d26d9a" providerId="LiveId" clId="{460EE85A-5958-4A71-8D46-55095F12C85D}" dt="2020-07-27T23:48:21.887" v="103" actId="1076"/>
          <ac:spMkLst>
            <pc:docMk/>
            <pc:sldMk cId="1032202671" sldId="763"/>
            <ac:spMk id="13" creationId="{5D4C801F-4E38-48DE-ABA1-A42819CC2A18}"/>
          </ac:spMkLst>
        </pc:spChg>
        <pc:spChg chg="add mod">
          <ac:chgData name="Wenbin Zhu" userId="cc00053150d26d9a" providerId="LiveId" clId="{460EE85A-5958-4A71-8D46-55095F12C85D}" dt="2020-07-27T23:47:59.883" v="100" actId="1076"/>
          <ac:spMkLst>
            <pc:docMk/>
            <pc:sldMk cId="1032202671" sldId="763"/>
            <ac:spMk id="19" creationId="{808948AE-AD37-47D0-A11A-140D7948A993}"/>
          </ac:spMkLst>
        </pc:spChg>
        <pc:grpChg chg="add mod">
          <ac:chgData name="Wenbin Zhu" userId="cc00053150d26d9a" providerId="LiveId" clId="{460EE85A-5958-4A71-8D46-55095F12C85D}" dt="2020-07-27T23:43:06.181" v="9"/>
          <ac:grpSpMkLst>
            <pc:docMk/>
            <pc:sldMk cId="1032202671" sldId="763"/>
            <ac:grpSpMk id="6" creationId="{C9FCEFD9-436B-4E92-9BBF-CF46E0199B93}"/>
          </ac:grpSpMkLst>
        </pc:grpChg>
        <pc:picChg chg="add mod">
          <ac:chgData name="Wenbin Zhu" userId="cc00053150d26d9a" providerId="LiveId" clId="{460EE85A-5958-4A71-8D46-55095F12C85D}" dt="2020-07-27T23:44:45.246" v="27" actId="1076"/>
          <ac:picMkLst>
            <pc:docMk/>
            <pc:sldMk cId="1032202671" sldId="763"/>
            <ac:picMk id="5" creationId="{1222B628-E036-488B-8C4C-EC4C7C19791F}"/>
          </ac:picMkLst>
        </pc:picChg>
        <pc:picChg chg="add mod">
          <ac:chgData name="Wenbin Zhu" userId="cc00053150d26d9a" providerId="LiveId" clId="{460EE85A-5958-4A71-8D46-55095F12C85D}" dt="2020-07-27T23:44:42.224" v="26" actId="1076"/>
          <ac:picMkLst>
            <pc:docMk/>
            <pc:sldMk cId="1032202671" sldId="763"/>
            <ac:picMk id="11" creationId="{026F8660-B17A-45A6-B92F-97940B8570CF}"/>
          </ac:picMkLst>
        </pc:picChg>
        <pc:picChg chg="add del mod">
          <ac:chgData name="Wenbin Zhu" userId="cc00053150d26d9a" providerId="LiveId" clId="{460EE85A-5958-4A71-8D46-55095F12C85D}" dt="2020-07-27T23:47:16.066" v="75" actId="478"/>
          <ac:picMkLst>
            <pc:docMk/>
            <pc:sldMk cId="1032202671" sldId="763"/>
            <ac:picMk id="15" creationId="{B41F8C65-96A9-4DFC-81EF-6855823680B8}"/>
          </ac:picMkLst>
        </pc:picChg>
        <pc:picChg chg="add mod">
          <ac:chgData name="Wenbin Zhu" userId="cc00053150d26d9a" providerId="LiveId" clId="{460EE85A-5958-4A71-8D46-55095F12C85D}" dt="2020-07-27T23:47:21.929" v="77" actId="1076"/>
          <ac:picMkLst>
            <pc:docMk/>
            <pc:sldMk cId="1032202671" sldId="763"/>
            <ac:picMk id="17" creationId="{2C9EFD13-237D-4B92-A965-074370AA3372}"/>
          </ac:picMkLst>
        </pc:picChg>
        <pc:cxnChg chg="mod">
          <ac:chgData name="Wenbin Zhu" userId="cc00053150d26d9a" providerId="LiveId" clId="{460EE85A-5958-4A71-8D46-55095F12C85D}" dt="2020-07-27T23:43:06.181" v="9"/>
          <ac:cxnSpMkLst>
            <pc:docMk/>
            <pc:sldMk cId="1032202671" sldId="763"/>
            <ac:cxnSpMk id="8" creationId="{E25BD141-9E4C-43CD-8CFE-709127731176}"/>
          </ac:cxnSpMkLst>
        </pc:cxnChg>
      </pc:sldChg>
      <pc:sldChg chg="addSp delSp modSp new mod">
        <pc:chgData name="Wenbin Zhu" userId="cc00053150d26d9a" providerId="LiveId" clId="{460EE85A-5958-4A71-8D46-55095F12C85D}" dt="2020-07-28T00:36:59.323" v="348" actId="20577"/>
        <pc:sldMkLst>
          <pc:docMk/>
          <pc:sldMk cId="747278050" sldId="764"/>
        </pc:sldMkLst>
        <pc:spChg chg="add mod">
          <ac:chgData name="Wenbin Zhu" userId="cc00053150d26d9a" providerId="LiveId" clId="{460EE85A-5958-4A71-8D46-55095F12C85D}" dt="2020-07-28T00:27:32.340" v="197" actId="1076"/>
          <ac:spMkLst>
            <pc:docMk/>
            <pc:sldMk cId="747278050" sldId="764"/>
            <ac:spMk id="3" creationId="{5E7D9B0D-50AD-4210-A8D6-B3E6C9542F95}"/>
          </ac:spMkLst>
        </pc:spChg>
        <pc:spChg chg="mod">
          <ac:chgData name="Wenbin Zhu" userId="cc00053150d26d9a" providerId="LiveId" clId="{460EE85A-5958-4A71-8D46-55095F12C85D}" dt="2020-07-28T00:25:28.811" v="109"/>
          <ac:spMkLst>
            <pc:docMk/>
            <pc:sldMk cId="747278050" sldId="764"/>
            <ac:spMk id="5" creationId="{A8B09C83-15DE-46F7-AEB0-E06B1B44FF08}"/>
          </ac:spMkLst>
        </pc:spChg>
        <pc:spChg chg="add mod">
          <ac:chgData name="Wenbin Zhu" userId="cc00053150d26d9a" providerId="LiveId" clId="{460EE85A-5958-4A71-8D46-55095F12C85D}" dt="2020-07-28T00:26:00.659" v="170" actId="20577"/>
          <ac:spMkLst>
            <pc:docMk/>
            <pc:sldMk cId="747278050" sldId="764"/>
            <ac:spMk id="7" creationId="{4A7EBDF4-1437-4D33-9D8F-53E0159837EC}"/>
          </ac:spMkLst>
        </pc:spChg>
        <pc:spChg chg="add del mod">
          <ac:chgData name="Wenbin Zhu" userId="cc00053150d26d9a" providerId="LiveId" clId="{460EE85A-5958-4A71-8D46-55095F12C85D}" dt="2020-07-28T00:29:17.234" v="212" actId="478"/>
          <ac:spMkLst>
            <pc:docMk/>
            <pc:sldMk cId="747278050" sldId="764"/>
            <ac:spMk id="10" creationId="{4DC4AC15-4A17-427E-BA29-6F82B12E2D83}"/>
          </ac:spMkLst>
        </pc:spChg>
        <pc:spChg chg="add mod">
          <ac:chgData name="Wenbin Zhu" userId="cc00053150d26d9a" providerId="LiveId" clId="{460EE85A-5958-4A71-8D46-55095F12C85D}" dt="2020-07-28T00:36:59.323" v="348" actId="20577"/>
          <ac:spMkLst>
            <pc:docMk/>
            <pc:sldMk cId="747278050" sldId="764"/>
            <ac:spMk id="11" creationId="{2A3B6357-2593-41FE-9E06-8EF9D6924523}"/>
          </ac:spMkLst>
        </pc:spChg>
        <pc:grpChg chg="add mod">
          <ac:chgData name="Wenbin Zhu" userId="cc00053150d26d9a" providerId="LiveId" clId="{460EE85A-5958-4A71-8D46-55095F12C85D}" dt="2020-07-28T00:25:28.811" v="109"/>
          <ac:grpSpMkLst>
            <pc:docMk/>
            <pc:sldMk cId="747278050" sldId="764"/>
            <ac:grpSpMk id="4" creationId="{3C374427-3CFB-40D5-B1B2-870B787ACB95}"/>
          </ac:grpSpMkLst>
        </pc:grpChg>
        <pc:picChg chg="add mod">
          <ac:chgData name="Wenbin Zhu" userId="cc00053150d26d9a" providerId="LiveId" clId="{460EE85A-5958-4A71-8D46-55095F12C85D}" dt="2020-07-28T00:27:06.073" v="172" actId="1076"/>
          <ac:picMkLst>
            <pc:docMk/>
            <pc:sldMk cId="747278050" sldId="764"/>
            <ac:picMk id="9" creationId="{02CCE441-A834-4C23-A98A-EC9070A9F597}"/>
          </ac:picMkLst>
        </pc:picChg>
        <pc:cxnChg chg="mod">
          <ac:chgData name="Wenbin Zhu" userId="cc00053150d26d9a" providerId="LiveId" clId="{460EE85A-5958-4A71-8D46-55095F12C85D}" dt="2020-07-28T00:25:28.811" v="109"/>
          <ac:cxnSpMkLst>
            <pc:docMk/>
            <pc:sldMk cId="747278050" sldId="764"/>
            <ac:cxnSpMk id="6" creationId="{7057FD70-4BDC-45D6-AABC-B4F7BE0327AE}"/>
          </ac:cxnSpMkLst>
        </pc:cxnChg>
      </pc:sldChg>
    </pc:docChg>
  </pc:docChgLst>
  <pc:docChgLst>
    <pc:chgData name="Wenbin Zhu" userId="cc00053150d26d9a" providerId="LiveId" clId="{AE86A9C9-B328-4A15-97B1-ED2C61D73B6C}"/>
    <pc:docChg chg="undo custSel addSld delSld modSld sldOrd modSection">
      <pc:chgData name="Wenbin Zhu" userId="cc00053150d26d9a" providerId="LiveId" clId="{AE86A9C9-B328-4A15-97B1-ED2C61D73B6C}" dt="2020-07-24T14:56:11.166" v="9841" actId="14100"/>
      <pc:docMkLst>
        <pc:docMk/>
      </pc:docMkLst>
      <pc:sldChg chg="modSp mod">
        <pc:chgData name="Wenbin Zhu" userId="cc00053150d26d9a" providerId="LiveId" clId="{AE86A9C9-B328-4A15-97B1-ED2C61D73B6C}" dt="2020-07-24T00:36:55.214" v="8691"/>
        <pc:sldMkLst>
          <pc:docMk/>
          <pc:sldMk cId="3953769591" sldId="308"/>
        </pc:sldMkLst>
        <pc:spChg chg="mod">
          <ac:chgData name="Wenbin Zhu" userId="cc00053150d26d9a" providerId="LiveId" clId="{AE86A9C9-B328-4A15-97B1-ED2C61D73B6C}" dt="2020-07-24T00:36:55.214" v="8691"/>
          <ac:spMkLst>
            <pc:docMk/>
            <pc:sldMk cId="3953769591" sldId="308"/>
            <ac:spMk id="25" creationId="{C2FD5A4B-B65F-434B-99B7-A7B6FE06CBC9}"/>
          </ac:spMkLst>
        </pc:spChg>
      </pc:sldChg>
      <pc:sldChg chg="addSp delSp modSp mod">
        <pc:chgData name="Wenbin Zhu" userId="cc00053150d26d9a" providerId="LiveId" clId="{AE86A9C9-B328-4A15-97B1-ED2C61D73B6C}" dt="2020-07-13T08:06:08.110" v="6552" actId="14100"/>
        <pc:sldMkLst>
          <pc:docMk/>
          <pc:sldMk cId="2163794241" sldId="362"/>
        </pc:sldMkLst>
        <pc:spChg chg="mod">
          <ac:chgData name="Wenbin Zhu" userId="cc00053150d26d9a" providerId="LiveId" clId="{AE86A9C9-B328-4A15-97B1-ED2C61D73B6C}" dt="2020-07-13T08:06:08.110" v="6552" actId="14100"/>
          <ac:spMkLst>
            <pc:docMk/>
            <pc:sldMk cId="2163794241" sldId="362"/>
            <ac:spMk id="28" creationId="{B51105CD-2518-417E-9407-A1C5C2EBF4A0}"/>
          </ac:spMkLst>
        </pc:spChg>
        <pc:spChg chg="add del">
          <ac:chgData name="Wenbin Zhu" userId="cc00053150d26d9a" providerId="LiveId" clId="{AE86A9C9-B328-4A15-97B1-ED2C61D73B6C}" dt="2020-07-10T15:23:51.600" v="2" actId="22"/>
          <ac:spMkLst>
            <pc:docMk/>
            <pc:sldMk cId="2163794241" sldId="362"/>
            <ac:spMk id="30" creationId="{824419D8-D41C-4DD4-AE7F-0DC10B74905A}"/>
          </ac:spMkLst>
        </pc:spChg>
        <pc:grpChg chg="mod">
          <ac:chgData name="Wenbin Zhu" userId="cc00053150d26d9a" providerId="LiveId" clId="{AE86A9C9-B328-4A15-97B1-ED2C61D73B6C}" dt="2020-07-13T08:06:02.161" v="6551" actId="14100"/>
          <ac:grpSpMkLst>
            <pc:docMk/>
            <pc:sldMk cId="2163794241" sldId="362"/>
            <ac:grpSpMk id="2" creationId="{6364DC03-C699-4F75-B249-EF2F984621B7}"/>
          </ac:grpSpMkLst>
        </pc:grpChg>
      </pc:sldChg>
      <pc:sldChg chg="add del">
        <pc:chgData name="Wenbin Zhu" userId="cc00053150d26d9a" providerId="LiveId" clId="{AE86A9C9-B328-4A15-97B1-ED2C61D73B6C}" dt="2020-07-24T14:35:37.635" v="8768" actId="47"/>
        <pc:sldMkLst>
          <pc:docMk/>
          <pc:sldMk cId="1921056523" sldId="416"/>
        </pc:sldMkLst>
      </pc:sldChg>
      <pc:sldChg chg="del">
        <pc:chgData name="Wenbin Zhu" userId="cc00053150d26d9a" providerId="LiveId" clId="{AE86A9C9-B328-4A15-97B1-ED2C61D73B6C}" dt="2020-07-24T14:35:57.854" v="8769" actId="47"/>
        <pc:sldMkLst>
          <pc:docMk/>
          <pc:sldMk cId="2443953012" sldId="418"/>
        </pc:sldMkLst>
      </pc:sldChg>
      <pc:sldChg chg="modSp mod">
        <pc:chgData name="Wenbin Zhu" userId="cc00053150d26d9a" providerId="LiveId" clId="{AE86A9C9-B328-4A15-97B1-ED2C61D73B6C}" dt="2020-07-10T15:29:55.861" v="149" actId="1076"/>
        <pc:sldMkLst>
          <pc:docMk/>
          <pc:sldMk cId="326920808" sldId="737"/>
        </pc:sldMkLst>
        <pc:spChg chg="mod">
          <ac:chgData name="Wenbin Zhu" userId="cc00053150d26d9a" providerId="LiveId" clId="{AE86A9C9-B328-4A15-97B1-ED2C61D73B6C}" dt="2020-07-10T15:29:55.861" v="149" actId="1076"/>
          <ac:spMkLst>
            <pc:docMk/>
            <pc:sldMk cId="326920808" sldId="737"/>
            <ac:spMk id="15" creationId="{D6365D01-1235-413C-A1C4-46BCBFD2004E}"/>
          </ac:spMkLst>
        </pc:spChg>
      </pc:sldChg>
      <pc:sldChg chg="modSp mod">
        <pc:chgData name="Wenbin Zhu" userId="cc00053150d26d9a" providerId="LiveId" clId="{AE86A9C9-B328-4A15-97B1-ED2C61D73B6C}" dt="2020-07-10T15:53:40.696" v="1112" actId="20577"/>
        <pc:sldMkLst>
          <pc:docMk/>
          <pc:sldMk cId="225511540" sldId="738"/>
        </pc:sldMkLst>
        <pc:spChg chg="mod">
          <ac:chgData name="Wenbin Zhu" userId="cc00053150d26d9a" providerId="LiveId" clId="{AE86A9C9-B328-4A15-97B1-ED2C61D73B6C}" dt="2020-07-10T15:40:26.529" v="515" actId="14100"/>
          <ac:spMkLst>
            <pc:docMk/>
            <pc:sldMk cId="225511540" sldId="738"/>
            <ac:spMk id="13" creationId="{12DD07AB-B45A-4477-8BFE-4159DA41816C}"/>
          </ac:spMkLst>
        </pc:spChg>
        <pc:spChg chg="mod">
          <ac:chgData name="Wenbin Zhu" userId="cc00053150d26d9a" providerId="LiveId" clId="{AE86A9C9-B328-4A15-97B1-ED2C61D73B6C}" dt="2020-07-10T15:40:11.822" v="514" actId="14100"/>
          <ac:spMkLst>
            <pc:docMk/>
            <pc:sldMk cId="225511540" sldId="738"/>
            <ac:spMk id="17" creationId="{FC3D0E50-7598-4AEE-A4E7-DEC14AC3C004}"/>
          </ac:spMkLst>
        </pc:spChg>
        <pc:spChg chg="mod">
          <ac:chgData name="Wenbin Zhu" userId="cc00053150d26d9a" providerId="LiveId" clId="{AE86A9C9-B328-4A15-97B1-ED2C61D73B6C}" dt="2020-07-10T15:53:40.696" v="1112" actId="20577"/>
          <ac:spMkLst>
            <pc:docMk/>
            <pc:sldMk cId="225511540" sldId="738"/>
            <ac:spMk id="18" creationId="{B2D7B5E1-DB08-4E7D-AE11-DDC04665E594}"/>
          </ac:spMkLst>
        </pc:spChg>
        <pc:spChg chg="mod">
          <ac:chgData name="Wenbin Zhu" userId="cc00053150d26d9a" providerId="LiveId" clId="{AE86A9C9-B328-4A15-97B1-ED2C61D73B6C}" dt="2020-07-10T15:53:35.765" v="1107"/>
          <ac:spMkLst>
            <pc:docMk/>
            <pc:sldMk cId="225511540" sldId="738"/>
            <ac:spMk id="19" creationId="{561B6D8D-58B6-409A-8518-F78B43F10F8D}"/>
          </ac:spMkLst>
        </pc:spChg>
      </pc:sldChg>
      <pc:sldChg chg="modSp mod">
        <pc:chgData name="Wenbin Zhu" userId="cc00053150d26d9a" providerId="LiveId" clId="{AE86A9C9-B328-4A15-97B1-ED2C61D73B6C}" dt="2020-07-10T16:11:10.992" v="1703" actId="1037"/>
        <pc:sldMkLst>
          <pc:docMk/>
          <pc:sldMk cId="4002061925" sldId="739"/>
        </pc:sldMkLst>
        <pc:spChg chg="mod">
          <ac:chgData name="Wenbin Zhu" userId="cc00053150d26d9a" providerId="LiveId" clId="{AE86A9C9-B328-4A15-97B1-ED2C61D73B6C}" dt="2020-07-10T16:09:23.757" v="1592"/>
          <ac:spMkLst>
            <pc:docMk/>
            <pc:sldMk cId="4002061925" sldId="739"/>
            <ac:spMk id="15" creationId="{4057D252-8BCE-4E99-A339-5854992A6FF4}"/>
          </ac:spMkLst>
        </pc:spChg>
        <pc:picChg chg="mod">
          <ac:chgData name="Wenbin Zhu" userId="cc00053150d26d9a" providerId="LiveId" clId="{AE86A9C9-B328-4A15-97B1-ED2C61D73B6C}" dt="2020-07-10T16:11:10.992" v="1703" actId="1037"/>
          <ac:picMkLst>
            <pc:docMk/>
            <pc:sldMk cId="4002061925" sldId="739"/>
            <ac:picMk id="5" creationId="{8A8F101A-B2C9-4586-B702-8E3AACEEDB4B}"/>
          </ac:picMkLst>
        </pc:picChg>
      </pc:sldChg>
      <pc:sldChg chg="delSp del mod ord delAnim">
        <pc:chgData name="Wenbin Zhu" userId="cc00053150d26d9a" providerId="LiveId" clId="{AE86A9C9-B328-4A15-97B1-ED2C61D73B6C}" dt="2020-07-10T17:30:01.469" v="4475" actId="47"/>
        <pc:sldMkLst>
          <pc:docMk/>
          <pc:sldMk cId="1819747993" sldId="740"/>
        </pc:sldMkLst>
        <pc:spChg chg="del">
          <ac:chgData name="Wenbin Zhu" userId="cc00053150d26d9a" providerId="LiveId" clId="{AE86A9C9-B328-4A15-97B1-ED2C61D73B6C}" dt="2020-07-10T17:28:12.054" v="4468" actId="478"/>
          <ac:spMkLst>
            <pc:docMk/>
            <pc:sldMk cId="1819747993" sldId="740"/>
            <ac:spMk id="17" creationId="{A3EAB41A-0C88-469B-B480-089E240120E6}"/>
          </ac:spMkLst>
        </pc:spChg>
        <pc:spChg chg="del">
          <ac:chgData name="Wenbin Zhu" userId="cc00053150d26d9a" providerId="LiveId" clId="{AE86A9C9-B328-4A15-97B1-ED2C61D73B6C}" dt="2020-07-10T17:28:03.344" v="4465" actId="478"/>
          <ac:spMkLst>
            <pc:docMk/>
            <pc:sldMk cId="1819747993" sldId="740"/>
            <ac:spMk id="20" creationId="{7D2D44F1-FE97-4B8D-8F3C-B4D30D81196C}"/>
          </ac:spMkLst>
        </pc:spChg>
        <pc:spChg chg="del">
          <ac:chgData name="Wenbin Zhu" userId="cc00053150d26d9a" providerId="LiveId" clId="{AE86A9C9-B328-4A15-97B1-ED2C61D73B6C}" dt="2020-07-10T17:28:14.019" v="4470" actId="478"/>
          <ac:spMkLst>
            <pc:docMk/>
            <pc:sldMk cId="1819747993" sldId="740"/>
            <ac:spMk id="21" creationId="{A2E3516F-4C15-4BEC-BED2-CA7519A92731}"/>
          </ac:spMkLst>
        </pc:spChg>
        <pc:spChg chg="del">
          <ac:chgData name="Wenbin Zhu" userId="cc00053150d26d9a" providerId="LiveId" clId="{AE86A9C9-B328-4A15-97B1-ED2C61D73B6C}" dt="2020-07-10T17:28:07.997" v="4466" actId="478"/>
          <ac:spMkLst>
            <pc:docMk/>
            <pc:sldMk cId="1819747993" sldId="740"/>
            <ac:spMk id="22" creationId="{08159827-B717-4CB5-A235-B116F113E4B9}"/>
          </ac:spMkLst>
        </pc:spChg>
        <pc:picChg chg="del">
          <ac:chgData name="Wenbin Zhu" userId="cc00053150d26d9a" providerId="LiveId" clId="{AE86A9C9-B328-4A15-97B1-ED2C61D73B6C}" dt="2020-07-10T17:28:10.713" v="4467" actId="478"/>
          <ac:picMkLst>
            <pc:docMk/>
            <pc:sldMk cId="1819747993" sldId="740"/>
            <ac:picMk id="6" creationId="{36565A8E-3B3C-4F34-A646-E6958645E6CD}"/>
          </ac:picMkLst>
        </pc:picChg>
        <pc:picChg chg="del">
          <ac:chgData name="Wenbin Zhu" userId="cc00053150d26d9a" providerId="LiveId" clId="{AE86A9C9-B328-4A15-97B1-ED2C61D73B6C}" dt="2020-07-10T17:28:12.961" v="4469" actId="478"/>
          <ac:picMkLst>
            <pc:docMk/>
            <pc:sldMk cId="1819747993" sldId="740"/>
            <ac:picMk id="8" creationId="{A956F3DA-E823-4D07-9993-6E906B212032}"/>
          </ac:picMkLst>
        </pc:picChg>
        <pc:picChg chg="del">
          <ac:chgData name="Wenbin Zhu" userId="cc00053150d26d9a" providerId="LiveId" clId="{AE86A9C9-B328-4A15-97B1-ED2C61D73B6C}" dt="2020-07-10T17:28:14.921" v="4471" actId="478"/>
          <ac:picMkLst>
            <pc:docMk/>
            <pc:sldMk cId="1819747993" sldId="740"/>
            <ac:picMk id="10" creationId="{4078E55A-ACD6-4A80-909F-6670B02E1365}"/>
          </ac:picMkLst>
        </pc:picChg>
      </pc:sldChg>
      <pc:sldChg chg="mod ord modShow">
        <pc:chgData name="Wenbin Zhu" userId="cc00053150d26d9a" providerId="LiveId" clId="{AE86A9C9-B328-4A15-97B1-ED2C61D73B6C}" dt="2020-07-13T08:00:20.301" v="6442"/>
        <pc:sldMkLst>
          <pc:docMk/>
          <pc:sldMk cId="3600421957" sldId="741"/>
        </pc:sldMkLst>
      </pc:sldChg>
      <pc:sldChg chg="modSp mod">
        <pc:chgData name="Wenbin Zhu" userId="cc00053150d26d9a" providerId="LiveId" clId="{AE86A9C9-B328-4A15-97B1-ED2C61D73B6C}" dt="2020-07-10T19:15:58.983" v="5572"/>
        <pc:sldMkLst>
          <pc:docMk/>
          <pc:sldMk cId="2894803092" sldId="757"/>
        </pc:sldMkLst>
        <pc:spChg chg="mod">
          <ac:chgData name="Wenbin Zhu" userId="cc00053150d26d9a" providerId="LiveId" clId="{AE86A9C9-B328-4A15-97B1-ED2C61D73B6C}" dt="2020-07-10T19:15:58.983" v="5572"/>
          <ac:spMkLst>
            <pc:docMk/>
            <pc:sldMk cId="2894803092" sldId="757"/>
            <ac:spMk id="30" creationId="{E81BA3EC-56F4-4CF0-B991-71E3F1E8C34B}"/>
          </ac:spMkLst>
        </pc:spChg>
      </pc:sldChg>
      <pc:sldChg chg="addSp delSp modSp mod modAnim">
        <pc:chgData name="Wenbin Zhu" userId="cc00053150d26d9a" providerId="LiveId" clId="{AE86A9C9-B328-4A15-97B1-ED2C61D73B6C}" dt="2020-07-13T08:03:30.840" v="6503" actId="14100"/>
        <pc:sldMkLst>
          <pc:docMk/>
          <pc:sldMk cId="2630089361" sldId="758"/>
        </pc:sldMkLst>
        <pc:spChg chg="add mod">
          <ac:chgData name="Wenbin Zhu" userId="cc00053150d26d9a" providerId="LiveId" clId="{AE86A9C9-B328-4A15-97B1-ED2C61D73B6C}" dt="2020-07-13T08:03:30.840" v="6503" actId="14100"/>
          <ac:spMkLst>
            <pc:docMk/>
            <pc:sldMk cId="2630089361" sldId="758"/>
            <ac:spMk id="8" creationId="{1DD1DD92-8EDD-438E-824A-69F46D7A0315}"/>
          </ac:spMkLst>
        </pc:spChg>
        <pc:spChg chg="add mod">
          <ac:chgData name="Wenbin Zhu" userId="cc00053150d26d9a" providerId="LiveId" clId="{AE86A9C9-B328-4A15-97B1-ED2C61D73B6C}" dt="2020-07-13T08:03:26.809" v="6502" actId="14100"/>
          <ac:spMkLst>
            <pc:docMk/>
            <pc:sldMk cId="2630089361" sldId="758"/>
            <ac:spMk id="9" creationId="{CD1104FE-E1B4-45CB-BBB1-F23C82B6E76D}"/>
          </ac:spMkLst>
        </pc:spChg>
        <pc:spChg chg="mod">
          <ac:chgData name="Wenbin Zhu" userId="cc00053150d26d9a" providerId="LiveId" clId="{AE86A9C9-B328-4A15-97B1-ED2C61D73B6C}" dt="2020-07-13T08:03:11.422" v="6501" actId="20577"/>
          <ac:spMkLst>
            <pc:docMk/>
            <pc:sldMk cId="2630089361" sldId="758"/>
            <ac:spMk id="15" creationId="{4057D252-8BCE-4E99-A339-5854992A6FF4}"/>
          </ac:spMkLst>
        </pc:spChg>
        <pc:spChg chg="mod">
          <ac:chgData name="Wenbin Zhu" userId="cc00053150d26d9a" providerId="LiveId" clId="{AE86A9C9-B328-4A15-97B1-ED2C61D73B6C}" dt="2020-07-10T19:19:23.725" v="5602" actId="20577"/>
          <ac:spMkLst>
            <pc:docMk/>
            <pc:sldMk cId="2630089361" sldId="758"/>
            <ac:spMk id="30" creationId="{E81BA3EC-56F4-4CF0-B991-71E3F1E8C34B}"/>
          </ac:spMkLst>
        </pc:spChg>
        <pc:picChg chg="add del mod">
          <ac:chgData name="Wenbin Zhu" userId="cc00053150d26d9a" providerId="LiveId" clId="{AE86A9C9-B328-4A15-97B1-ED2C61D73B6C}" dt="2020-07-10T19:18:32.408" v="5576" actId="478"/>
          <ac:picMkLst>
            <pc:docMk/>
            <pc:sldMk cId="2630089361" sldId="758"/>
            <ac:picMk id="3" creationId="{B780CA4A-68C4-4798-9956-56855CFBADF1}"/>
          </ac:picMkLst>
        </pc:picChg>
      </pc:sldChg>
      <pc:sldChg chg="addSp delSp modSp mod delAnim modAnim">
        <pc:chgData name="Wenbin Zhu" userId="cc00053150d26d9a" providerId="LiveId" clId="{AE86A9C9-B328-4A15-97B1-ED2C61D73B6C}" dt="2020-07-13T08:25:00.105" v="6881"/>
        <pc:sldMkLst>
          <pc:docMk/>
          <pc:sldMk cId="527230436" sldId="761"/>
        </pc:sldMkLst>
        <pc:spChg chg="del mod">
          <ac:chgData name="Wenbin Zhu" userId="cc00053150d26d9a" providerId="LiveId" clId="{AE86A9C9-B328-4A15-97B1-ED2C61D73B6C}" dt="2020-07-13T08:11:11.394" v="6577" actId="478"/>
          <ac:spMkLst>
            <pc:docMk/>
            <pc:sldMk cId="527230436" sldId="761"/>
            <ac:spMk id="15" creationId="{FD00630A-F9EC-43CD-84B8-B787007FE328}"/>
          </ac:spMkLst>
        </pc:spChg>
        <pc:spChg chg="mod">
          <ac:chgData name="Wenbin Zhu" userId="cc00053150d26d9a" providerId="LiveId" clId="{AE86A9C9-B328-4A15-97B1-ED2C61D73B6C}" dt="2020-07-13T08:10:48.776" v="6576"/>
          <ac:spMkLst>
            <pc:docMk/>
            <pc:sldMk cId="527230436" sldId="761"/>
            <ac:spMk id="16" creationId="{A334F649-EA8B-4F5D-964A-A316EAB5595F}"/>
          </ac:spMkLst>
        </pc:spChg>
        <pc:spChg chg="mod">
          <ac:chgData name="Wenbin Zhu" userId="cc00053150d26d9a" providerId="LiveId" clId="{AE86A9C9-B328-4A15-97B1-ED2C61D73B6C}" dt="2020-07-13T08:11:15.909" v="6580"/>
          <ac:spMkLst>
            <pc:docMk/>
            <pc:sldMk cId="527230436" sldId="761"/>
            <ac:spMk id="18" creationId="{4662237C-E967-4FBC-9DD5-81EFC0FDD8C8}"/>
          </ac:spMkLst>
        </pc:spChg>
        <pc:spChg chg="add del mod">
          <ac:chgData name="Wenbin Zhu" userId="cc00053150d26d9a" providerId="LiveId" clId="{AE86A9C9-B328-4A15-97B1-ED2C61D73B6C}" dt="2020-07-13T08:18:34.259" v="6707" actId="478"/>
          <ac:spMkLst>
            <pc:docMk/>
            <pc:sldMk cId="527230436" sldId="761"/>
            <ac:spMk id="19" creationId="{A0C034CB-2862-4E23-A09A-775FECAD418C}"/>
          </ac:spMkLst>
        </pc:spChg>
        <pc:spChg chg="add del mod">
          <ac:chgData name="Wenbin Zhu" userId="cc00053150d26d9a" providerId="LiveId" clId="{AE86A9C9-B328-4A15-97B1-ED2C61D73B6C}" dt="2020-07-13T08:18:28.589" v="6706" actId="21"/>
          <ac:spMkLst>
            <pc:docMk/>
            <pc:sldMk cId="527230436" sldId="761"/>
            <ac:spMk id="20" creationId="{820B684B-2DB6-4A85-A87A-C937DCFF8C25}"/>
          </ac:spMkLst>
        </pc:spChg>
        <pc:spChg chg="mod">
          <ac:chgData name="Wenbin Zhu" userId="cc00053150d26d9a" providerId="LiveId" clId="{AE86A9C9-B328-4A15-97B1-ED2C61D73B6C}" dt="2020-07-13T08:25:00.105" v="6881"/>
          <ac:spMkLst>
            <pc:docMk/>
            <pc:sldMk cId="527230436" sldId="761"/>
            <ac:spMk id="30" creationId="{E81BA3EC-56F4-4CF0-B991-71E3F1E8C34B}"/>
          </ac:spMkLst>
        </pc:spChg>
      </pc:sldChg>
      <pc:sldChg chg="delSp modSp mod ord modAnim">
        <pc:chgData name="Wenbin Zhu" userId="cc00053150d26d9a" providerId="LiveId" clId="{AE86A9C9-B328-4A15-97B1-ED2C61D73B6C}" dt="2020-07-13T08:23:56.804" v="6824"/>
        <pc:sldMkLst>
          <pc:docMk/>
          <pc:sldMk cId="3447780708" sldId="762"/>
        </pc:sldMkLst>
        <pc:spChg chg="mod">
          <ac:chgData name="Wenbin Zhu" userId="cc00053150d26d9a" providerId="LiveId" clId="{AE86A9C9-B328-4A15-97B1-ED2C61D73B6C}" dt="2020-07-13T08:21:32.438" v="6737" actId="6549"/>
          <ac:spMkLst>
            <pc:docMk/>
            <pc:sldMk cId="3447780708" sldId="762"/>
            <ac:spMk id="17" creationId="{0DC06CE2-8CA1-409F-95D0-468ABBCAC298}"/>
          </ac:spMkLst>
        </pc:spChg>
        <pc:spChg chg="mod">
          <ac:chgData name="Wenbin Zhu" userId="cc00053150d26d9a" providerId="LiveId" clId="{AE86A9C9-B328-4A15-97B1-ED2C61D73B6C}" dt="2020-07-10T19:42:55.763" v="5946"/>
          <ac:spMkLst>
            <pc:docMk/>
            <pc:sldMk cId="3447780708" sldId="762"/>
            <ac:spMk id="20" creationId="{21E4E74B-8170-4911-8BB6-BBB9A1AB3E43}"/>
          </ac:spMkLst>
        </pc:spChg>
        <pc:spChg chg="del mod topLvl">
          <ac:chgData name="Wenbin Zhu" userId="cc00053150d26d9a" providerId="LiveId" clId="{AE86A9C9-B328-4A15-97B1-ED2C61D73B6C}" dt="2020-07-10T19:44:01.593" v="5990" actId="478"/>
          <ac:spMkLst>
            <pc:docMk/>
            <pc:sldMk cId="3447780708" sldId="762"/>
            <ac:spMk id="27" creationId="{30ADFBED-3EE7-42C4-80A6-BFC456BCF511}"/>
          </ac:spMkLst>
        </pc:spChg>
        <pc:spChg chg="mod topLvl">
          <ac:chgData name="Wenbin Zhu" userId="cc00053150d26d9a" providerId="LiveId" clId="{AE86A9C9-B328-4A15-97B1-ED2C61D73B6C}" dt="2020-07-10T19:43:35.889" v="5985" actId="165"/>
          <ac:spMkLst>
            <pc:docMk/>
            <pc:sldMk cId="3447780708" sldId="762"/>
            <ac:spMk id="28" creationId="{A4C88388-C71C-4085-8C22-D7182E32046E}"/>
          </ac:spMkLst>
        </pc:spChg>
        <pc:spChg chg="mod">
          <ac:chgData name="Wenbin Zhu" userId="cc00053150d26d9a" providerId="LiveId" clId="{AE86A9C9-B328-4A15-97B1-ED2C61D73B6C}" dt="2020-07-13T08:23:56.804" v="6824"/>
          <ac:spMkLst>
            <pc:docMk/>
            <pc:sldMk cId="3447780708" sldId="762"/>
            <ac:spMk id="30" creationId="{E81BA3EC-56F4-4CF0-B991-71E3F1E8C34B}"/>
          </ac:spMkLst>
        </pc:spChg>
        <pc:grpChg chg="del">
          <ac:chgData name="Wenbin Zhu" userId="cc00053150d26d9a" providerId="LiveId" clId="{AE86A9C9-B328-4A15-97B1-ED2C61D73B6C}" dt="2020-07-10T19:43:35.889" v="5985" actId="165"/>
          <ac:grpSpMkLst>
            <pc:docMk/>
            <pc:sldMk cId="3447780708" sldId="762"/>
            <ac:grpSpMk id="23" creationId="{DDDCC0FB-11D2-4D79-ADC1-2D8E28CFC6B1}"/>
          </ac:grpSpMkLst>
        </pc:grpChg>
        <pc:picChg chg="mod">
          <ac:chgData name="Wenbin Zhu" userId="cc00053150d26d9a" providerId="LiveId" clId="{AE86A9C9-B328-4A15-97B1-ED2C61D73B6C}" dt="2020-07-10T19:43:46.024" v="5987" actId="1076"/>
          <ac:picMkLst>
            <pc:docMk/>
            <pc:sldMk cId="3447780708" sldId="762"/>
            <ac:picMk id="8" creationId="{39594712-FDDB-4330-9CDD-6EBFB245F69A}"/>
          </ac:picMkLst>
        </pc:picChg>
      </pc:sldChg>
      <pc:sldChg chg="addSp delSp modSp new mod modAnim">
        <pc:chgData name="Wenbin Zhu" userId="cc00053150d26d9a" providerId="LiveId" clId="{AE86A9C9-B328-4A15-97B1-ED2C61D73B6C}" dt="2020-07-10T15:31:00.101" v="178" actId="20577"/>
        <pc:sldMkLst>
          <pc:docMk/>
          <pc:sldMk cId="4293780589" sldId="763"/>
        </pc:sldMkLst>
        <pc:spChg chg="del">
          <ac:chgData name="Wenbin Zhu" userId="cc00053150d26d9a" providerId="LiveId" clId="{AE86A9C9-B328-4A15-97B1-ED2C61D73B6C}" dt="2020-07-10T15:25:37.732" v="26" actId="478"/>
          <ac:spMkLst>
            <pc:docMk/>
            <pc:sldMk cId="4293780589" sldId="763"/>
            <ac:spMk id="2" creationId="{6BB4715F-9AB1-447B-BD18-3AA240704EE0}"/>
          </ac:spMkLst>
        </pc:spChg>
        <pc:spChg chg="mod">
          <ac:chgData name="Wenbin Zhu" userId="cc00053150d26d9a" providerId="LiveId" clId="{AE86A9C9-B328-4A15-97B1-ED2C61D73B6C}" dt="2020-07-10T15:25:38.081" v="27"/>
          <ac:spMkLst>
            <pc:docMk/>
            <pc:sldMk cId="4293780589" sldId="763"/>
            <ac:spMk id="13" creationId="{6B2111E3-730A-4601-9B68-7FF349A5CB93}"/>
          </ac:spMkLst>
        </pc:spChg>
        <pc:spChg chg="mod">
          <ac:chgData name="Wenbin Zhu" userId="cc00053150d26d9a" providerId="LiveId" clId="{AE86A9C9-B328-4A15-97B1-ED2C61D73B6C}" dt="2020-07-10T15:25:48.734" v="28"/>
          <ac:spMkLst>
            <pc:docMk/>
            <pc:sldMk cId="4293780589" sldId="763"/>
            <ac:spMk id="16" creationId="{C6FC7380-BD8E-4C82-A4C3-AA9F6432D15D}"/>
          </ac:spMkLst>
        </pc:spChg>
        <pc:spChg chg="mod">
          <ac:chgData name="Wenbin Zhu" userId="cc00053150d26d9a" providerId="LiveId" clId="{AE86A9C9-B328-4A15-97B1-ED2C61D73B6C}" dt="2020-07-10T15:25:58.376" v="31"/>
          <ac:spMkLst>
            <pc:docMk/>
            <pc:sldMk cId="4293780589" sldId="763"/>
            <ac:spMk id="19" creationId="{136BAB13-240E-43FE-924B-998089CB00E8}"/>
          </ac:spMkLst>
        </pc:spChg>
        <pc:spChg chg="add mod">
          <ac:chgData name="Wenbin Zhu" userId="cc00053150d26d9a" providerId="LiveId" clId="{AE86A9C9-B328-4A15-97B1-ED2C61D73B6C}" dt="2020-07-10T15:26:15.658" v="63"/>
          <ac:spMkLst>
            <pc:docMk/>
            <pc:sldMk cId="4293780589" sldId="763"/>
            <ac:spMk id="21" creationId="{29D3722A-DE74-414B-A6CE-3FB636FD5D0E}"/>
          </ac:spMkLst>
        </pc:spChg>
        <pc:spChg chg="add mod">
          <ac:chgData name="Wenbin Zhu" userId="cc00053150d26d9a" providerId="LiveId" clId="{AE86A9C9-B328-4A15-97B1-ED2C61D73B6C}" dt="2020-07-10T15:29:45.905" v="147" actId="20577"/>
          <ac:spMkLst>
            <pc:docMk/>
            <pc:sldMk cId="4293780589" sldId="763"/>
            <ac:spMk id="22" creationId="{4A0DC191-4C65-4DBC-B024-FA05C530C28E}"/>
          </ac:spMkLst>
        </pc:spChg>
        <pc:spChg chg="add mod">
          <ac:chgData name="Wenbin Zhu" userId="cc00053150d26d9a" providerId="LiveId" clId="{AE86A9C9-B328-4A15-97B1-ED2C61D73B6C}" dt="2020-07-10T15:30:38.532" v="166" actId="1076"/>
          <ac:spMkLst>
            <pc:docMk/>
            <pc:sldMk cId="4293780589" sldId="763"/>
            <ac:spMk id="23" creationId="{F8B475FD-0D68-4271-A09F-1FAE32AD60DA}"/>
          </ac:spMkLst>
        </pc:spChg>
        <pc:spChg chg="add mod">
          <ac:chgData name="Wenbin Zhu" userId="cc00053150d26d9a" providerId="LiveId" clId="{AE86A9C9-B328-4A15-97B1-ED2C61D73B6C}" dt="2020-07-10T15:31:00.101" v="178" actId="20577"/>
          <ac:spMkLst>
            <pc:docMk/>
            <pc:sldMk cId="4293780589" sldId="763"/>
            <ac:spMk id="24" creationId="{BEBEEBEC-D683-4C8F-8F8E-EABC656674C6}"/>
          </ac:spMkLst>
        </pc:spChg>
        <pc:grpChg chg="add del mod">
          <ac:chgData name="Wenbin Zhu" userId="cc00053150d26d9a" providerId="LiveId" clId="{AE86A9C9-B328-4A15-97B1-ED2C61D73B6C}" dt="2020-07-10T15:25:58.100" v="30" actId="478"/>
          <ac:grpSpMkLst>
            <pc:docMk/>
            <pc:sldMk cId="4293780589" sldId="763"/>
            <ac:grpSpMk id="12" creationId="{D6875D09-CC32-4FAF-930A-0BDC12C51AF0}"/>
          </ac:grpSpMkLst>
        </pc:grpChg>
        <pc:grpChg chg="add del mod">
          <ac:chgData name="Wenbin Zhu" userId="cc00053150d26d9a" providerId="LiveId" clId="{AE86A9C9-B328-4A15-97B1-ED2C61D73B6C}" dt="2020-07-10T15:25:50.067" v="29"/>
          <ac:grpSpMkLst>
            <pc:docMk/>
            <pc:sldMk cId="4293780589" sldId="763"/>
            <ac:grpSpMk id="15" creationId="{3F207EF7-0F58-4BED-A24D-5936B1545FEC}"/>
          </ac:grpSpMkLst>
        </pc:grpChg>
        <pc:grpChg chg="add mod">
          <ac:chgData name="Wenbin Zhu" userId="cc00053150d26d9a" providerId="LiveId" clId="{AE86A9C9-B328-4A15-97B1-ED2C61D73B6C}" dt="2020-07-10T15:25:58.376" v="31"/>
          <ac:grpSpMkLst>
            <pc:docMk/>
            <pc:sldMk cId="4293780589" sldId="763"/>
            <ac:grpSpMk id="18" creationId="{0CE56807-C591-4890-9F7B-736E89B07295}"/>
          </ac:grpSpMkLst>
        </pc:grpChg>
        <pc:picChg chg="add mod">
          <ac:chgData name="Wenbin Zhu" userId="cc00053150d26d9a" providerId="LiveId" clId="{AE86A9C9-B328-4A15-97B1-ED2C61D73B6C}" dt="2020-07-10T15:26:50.819" v="70" actId="1076"/>
          <ac:picMkLst>
            <pc:docMk/>
            <pc:sldMk cId="4293780589" sldId="763"/>
            <ac:picMk id="3" creationId="{795F341D-0E1A-4494-A8E8-B30406D3BDC9}"/>
          </ac:picMkLst>
        </pc:picChg>
        <pc:picChg chg="add mod">
          <ac:chgData name="Wenbin Zhu" userId="cc00053150d26d9a" providerId="LiveId" clId="{AE86A9C9-B328-4A15-97B1-ED2C61D73B6C}" dt="2020-07-10T15:26:45.836" v="69" actId="1076"/>
          <ac:picMkLst>
            <pc:docMk/>
            <pc:sldMk cId="4293780589" sldId="763"/>
            <ac:picMk id="4" creationId="{4124D5B0-89A3-4281-86CC-786634CCCDEF}"/>
          </ac:picMkLst>
        </pc:picChg>
        <pc:picChg chg="add del mod">
          <ac:chgData name="Wenbin Zhu" userId="cc00053150d26d9a" providerId="LiveId" clId="{AE86A9C9-B328-4A15-97B1-ED2C61D73B6C}" dt="2020-07-10T15:26:36.838" v="66" actId="21"/>
          <ac:picMkLst>
            <pc:docMk/>
            <pc:sldMk cId="4293780589" sldId="763"/>
            <ac:picMk id="5" creationId="{0653C52E-A960-43A6-91C2-717FBE60BA01}"/>
          </ac:picMkLst>
        </pc:picChg>
        <pc:picChg chg="add del mod">
          <ac:chgData name="Wenbin Zhu" userId="cc00053150d26d9a" providerId="LiveId" clId="{AE86A9C9-B328-4A15-97B1-ED2C61D73B6C}" dt="2020-07-10T15:25:09.303" v="21" actId="21"/>
          <ac:picMkLst>
            <pc:docMk/>
            <pc:sldMk cId="4293780589" sldId="763"/>
            <ac:picMk id="6" creationId="{0F02A968-01BA-4D16-9258-F738F62AC8C8}"/>
          </ac:picMkLst>
        </pc:picChg>
        <pc:picChg chg="add del mod">
          <ac:chgData name="Wenbin Zhu" userId="cc00053150d26d9a" providerId="LiveId" clId="{AE86A9C9-B328-4A15-97B1-ED2C61D73B6C}" dt="2020-07-10T15:25:04.969" v="19" actId="21"/>
          <ac:picMkLst>
            <pc:docMk/>
            <pc:sldMk cId="4293780589" sldId="763"/>
            <ac:picMk id="7" creationId="{18A52D4E-C5D3-4CDC-8D59-53E7313B64A0}"/>
          </ac:picMkLst>
        </pc:picChg>
        <pc:picChg chg="add del mod">
          <ac:chgData name="Wenbin Zhu" userId="cc00053150d26d9a" providerId="LiveId" clId="{AE86A9C9-B328-4A15-97B1-ED2C61D73B6C}" dt="2020-07-10T15:25:00.742" v="17" actId="21"/>
          <ac:picMkLst>
            <pc:docMk/>
            <pc:sldMk cId="4293780589" sldId="763"/>
            <ac:picMk id="8" creationId="{0BE33FE2-D7FE-4529-89D7-57C79F3C7EA8}"/>
          </ac:picMkLst>
        </pc:picChg>
        <pc:picChg chg="add del mod">
          <ac:chgData name="Wenbin Zhu" userId="cc00053150d26d9a" providerId="LiveId" clId="{AE86A9C9-B328-4A15-97B1-ED2C61D73B6C}" dt="2020-07-10T15:24:48.652" v="13" actId="21"/>
          <ac:picMkLst>
            <pc:docMk/>
            <pc:sldMk cId="4293780589" sldId="763"/>
            <ac:picMk id="9" creationId="{16F984B0-48B9-4E81-9513-646BD4E3BE26}"/>
          </ac:picMkLst>
        </pc:picChg>
        <pc:picChg chg="add del mod">
          <ac:chgData name="Wenbin Zhu" userId="cc00053150d26d9a" providerId="LiveId" clId="{AE86A9C9-B328-4A15-97B1-ED2C61D73B6C}" dt="2020-07-10T15:24:33.417" v="7" actId="21"/>
          <ac:picMkLst>
            <pc:docMk/>
            <pc:sldMk cId="4293780589" sldId="763"/>
            <ac:picMk id="10" creationId="{53270A23-F557-4289-A6A3-75EAA8B78B5C}"/>
          </ac:picMkLst>
        </pc:picChg>
        <pc:picChg chg="add del mod">
          <ac:chgData name="Wenbin Zhu" userId="cc00053150d26d9a" providerId="LiveId" clId="{AE86A9C9-B328-4A15-97B1-ED2C61D73B6C}" dt="2020-07-10T15:24:20.414" v="5" actId="21"/>
          <ac:picMkLst>
            <pc:docMk/>
            <pc:sldMk cId="4293780589" sldId="763"/>
            <ac:picMk id="11" creationId="{8184D30C-257E-4BDC-9540-3135BCAB9B32}"/>
          </ac:picMkLst>
        </pc:picChg>
        <pc:cxnChg chg="mod">
          <ac:chgData name="Wenbin Zhu" userId="cc00053150d26d9a" providerId="LiveId" clId="{AE86A9C9-B328-4A15-97B1-ED2C61D73B6C}" dt="2020-07-10T15:25:38.081" v="27"/>
          <ac:cxnSpMkLst>
            <pc:docMk/>
            <pc:sldMk cId="4293780589" sldId="763"/>
            <ac:cxnSpMk id="14" creationId="{E2B93396-89B3-4A7C-96B8-59088C7D4520}"/>
          </ac:cxnSpMkLst>
        </pc:cxnChg>
        <pc:cxnChg chg="mod">
          <ac:chgData name="Wenbin Zhu" userId="cc00053150d26d9a" providerId="LiveId" clId="{AE86A9C9-B328-4A15-97B1-ED2C61D73B6C}" dt="2020-07-10T15:25:48.734" v="28"/>
          <ac:cxnSpMkLst>
            <pc:docMk/>
            <pc:sldMk cId="4293780589" sldId="763"/>
            <ac:cxnSpMk id="17" creationId="{3913F915-29CD-44ED-8D80-525705D0ECA5}"/>
          </ac:cxnSpMkLst>
        </pc:cxnChg>
        <pc:cxnChg chg="mod">
          <ac:chgData name="Wenbin Zhu" userId="cc00053150d26d9a" providerId="LiveId" clId="{AE86A9C9-B328-4A15-97B1-ED2C61D73B6C}" dt="2020-07-10T15:25:58.376" v="31"/>
          <ac:cxnSpMkLst>
            <pc:docMk/>
            <pc:sldMk cId="4293780589" sldId="763"/>
            <ac:cxnSpMk id="20" creationId="{E516AE42-1598-4253-AE50-98A6EF451481}"/>
          </ac:cxnSpMkLst>
        </pc:cxnChg>
      </pc:sldChg>
      <pc:sldChg chg="addSp delSp modSp new mod modAnim">
        <pc:chgData name="Wenbin Zhu" userId="cc00053150d26d9a" providerId="LiveId" clId="{AE86A9C9-B328-4A15-97B1-ED2C61D73B6C}" dt="2020-07-10T15:38:52.540" v="509" actId="20577"/>
        <pc:sldMkLst>
          <pc:docMk/>
          <pc:sldMk cId="2548159383" sldId="764"/>
        </pc:sldMkLst>
        <pc:spChg chg="del">
          <ac:chgData name="Wenbin Zhu" userId="cc00053150d26d9a" providerId="LiveId" clId="{AE86A9C9-B328-4A15-97B1-ED2C61D73B6C}" dt="2020-07-10T15:37:12.567" v="446" actId="478"/>
          <ac:spMkLst>
            <pc:docMk/>
            <pc:sldMk cId="2548159383" sldId="764"/>
            <ac:spMk id="2" creationId="{86F3D80A-5326-4D85-9F63-C91AB2F61408}"/>
          </ac:spMkLst>
        </pc:spChg>
        <pc:spChg chg="mod">
          <ac:chgData name="Wenbin Zhu" userId="cc00053150d26d9a" providerId="LiveId" clId="{AE86A9C9-B328-4A15-97B1-ED2C61D73B6C}" dt="2020-07-10T15:37:12.768" v="447"/>
          <ac:spMkLst>
            <pc:docMk/>
            <pc:sldMk cId="2548159383" sldId="764"/>
            <ac:spMk id="7" creationId="{344D1F43-6EB9-4E18-80CF-F93C990ED2A1}"/>
          </ac:spMkLst>
        </pc:spChg>
        <pc:spChg chg="add mod">
          <ac:chgData name="Wenbin Zhu" userId="cc00053150d26d9a" providerId="LiveId" clId="{AE86A9C9-B328-4A15-97B1-ED2C61D73B6C}" dt="2020-07-10T15:38:52.540" v="509" actId="20577"/>
          <ac:spMkLst>
            <pc:docMk/>
            <pc:sldMk cId="2548159383" sldId="764"/>
            <ac:spMk id="9" creationId="{ECFE4EC5-92E1-40D2-920D-AE1A08D99073}"/>
          </ac:spMkLst>
        </pc:spChg>
        <pc:spChg chg="add mod">
          <ac:chgData name="Wenbin Zhu" userId="cc00053150d26d9a" providerId="LiveId" clId="{AE86A9C9-B328-4A15-97B1-ED2C61D73B6C}" dt="2020-07-10T15:37:40.802" v="453" actId="20577"/>
          <ac:spMkLst>
            <pc:docMk/>
            <pc:sldMk cId="2548159383" sldId="764"/>
            <ac:spMk id="10" creationId="{DA1A1FD7-E625-4837-8384-7CB5E27DA681}"/>
          </ac:spMkLst>
        </pc:spChg>
        <pc:spChg chg="add mod">
          <ac:chgData name="Wenbin Zhu" userId="cc00053150d26d9a" providerId="LiveId" clId="{AE86A9C9-B328-4A15-97B1-ED2C61D73B6C}" dt="2020-07-10T15:38:33.855" v="496" actId="1076"/>
          <ac:spMkLst>
            <pc:docMk/>
            <pc:sldMk cId="2548159383" sldId="764"/>
            <ac:spMk id="11" creationId="{02B47428-B311-4F48-B6AD-9A02C0168334}"/>
          </ac:spMkLst>
        </pc:spChg>
        <pc:spChg chg="add mod">
          <ac:chgData name="Wenbin Zhu" userId="cc00053150d26d9a" providerId="LiveId" clId="{AE86A9C9-B328-4A15-97B1-ED2C61D73B6C}" dt="2020-07-10T15:38:47.656" v="507" actId="20577"/>
          <ac:spMkLst>
            <pc:docMk/>
            <pc:sldMk cId="2548159383" sldId="764"/>
            <ac:spMk id="12" creationId="{B1237EF8-6E17-424E-BFA1-E593E7B201F9}"/>
          </ac:spMkLst>
        </pc:spChg>
        <pc:grpChg chg="add mod">
          <ac:chgData name="Wenbin Zhu" userId="cc00053150d26d9a" providerId="LiveId" clId="{AE86A9C9-B328-4A15-97B1-ED2C61D73B6C}" dt="2020-07-10T15:37:12.768" v="447"/>
          <ac:grpSpMkLst>
            <pc:docMk/>
            <pc:sldMk cId="2548159383" sldId="764"/>
            <ac:grpSpMk id="6" creationId="{A2657A1A-E03B-43B6-808C-8289814E31A0}"/>
          </ac:grpSpMkLst>
        </pc:grpChg>
        <pc:picChg chg="add mod">
          <ac:chgData name="Wenbin Zhu" userId="cc00053150d26d9a" providerId="LiveId" clId="{AE86A9C9-B328-4A15-97B1-ED2C61D73B6C}" dt="2020-07-10T15:37:23.369" v="449" actId="1076"/>
          <ac:picMkLst>
            <pc:docMk/>
            <pc:sldMk cId="2548159383" sldId="764"/>
            <ac:picMk id="3" creationId="{A9D58E8C-A6C6-4513-A7CA-9D38F26D2DB7}"/>
          </ac:picMkLst>
        </pc:picChg>
        <pc:picChg chg="add mod">
          <ac:chgData name="Wenbin Zhu" userId="cc00053150d26d9a" providerId="LiveId" clId="{AE86A9C9-B328-4A15-97B1-ED2C61D73B6C}" dt="2020-07-10T15:37:17.830" v="448" actId="1076"/>
          <ac:picMkLst>
            <pc:docMk/>
            <pc:sldMk cId="2548159383" sldId="764"/>
            <ac:picMk id="4" creationId="{E7896F58-4D2B-4AD5-B76F-8BB730290429}"/>
          </ac:picMkLst>
        </pc:picChg>
        <pc:picChg chg="add del mod">
          <ac:chgData name="Wenbin Zhu" userId="cc00053150d26d9a" providerId="LiveId" clId="{AE86A9C9-B328-4A15-97B1-ED2C61D73B6C}" dt="2020-07-10T15:35:44.088" v="357" actId="21"/>
          <ac:picMkLst>
            <pc:docMk/>
            <pc:sldMk cId="2548159383" sldId="764"/>
            <ac:picMk id="5" creationId="{056BE901-E6D0-46AB-9295-4812FB52BAEE}"/>
          </ac:picMkLst>
        </pc:picChg>
        <pc:cxnChg chg="mod">
          <ac:chgData name="Wenbin Zhu" userId="cc00053150d26d9a" providerId="LiveId" clId="{AE86A9C9-B328-4A15-97B1-ED2C61D73B6C}" dt="2020-07-10T15:37:12.768" v="447"/>
          <ac:cxnSpMkLst>
            <pc:docMk/>
            <pc:sldMk cId="2548159383" sldId="764"/>
            <ac:cxnSpMk id="8" creationId="{2AB570F5-2207-4797-806B-D86ADBA9E132}"/>
          </ac:cxnSpMkLst>
        </pc:cxnChg>
      </pc:sldChg>
      <pc:sldChg chg="addSp delSp modSp new mod modAnim">
        <pc:chgData name="Wenbin Zhu" userId="cc00053150d26d9a" providerId="LiveId" clId="{AE86A9C9-B328-4A15-97B1-ED2C61D73B6C}" dt="2020-07-10T15:37:07.936" v="445" actId="571"/>
        <pc:sldMkLst>
          <pc:docMk/>
          <pc:sldMk cId="889349898" sldId="765"/>
        </pc:sldMkLst>
        <pc:spChg chg="del">
          <ac:chgData name="Wenbin Zhu" userId="cc00053150d26d9a" providerId="LiveId" clId="{AE86A9C9-B328-4A15-97B1-ED2C61D73B6C}" dt="2020-07-10T15:34:10.362" v="294" actId="478"/>
          <ac:spMkLst>
            <pc:docMk/>
            <pc:sldMk cId="889349898" sldId="765"/>
            <ac:spMk id="2" creationId="{D23CCCCA-A1B8-4375-97C6-E154902EB497}"/>
          </ac:spMkLst>
        </pc:spChg>
        <pc:spChg chg="mod">
          <ac:chgData name="Wenbin Zhu" userId="cc00053150d26d9a" providerId="LiveId" clId="{AE86A9C9-B328-4A15-97B1-ED2C61D73B6C}" dt="2020-07-10T15:34:10.725" v="295"/>
          <ac:spMkLst>
            <pc:docMk/>
            <pc:sldMk cId="889349898" sldId="765"/>
            <ac:spMk id="7" creationId="{D193CBFE-E80C-4B93-AEA0-CC7E4DB1EE01}"/>
          </ac:spMkLst>
        </pc:spChg>
        <pc:spChg chg="add mod">
          <ac:chgData name="Wenbin Zhu" userId="cc00053150d26d9a" providerId="LiveId" clId="{AE86A9C9-B328-4A15-97B1-ED2C61D73B6C}" dt="2020-07-10T15:37:02.990" v="443" actId="20577"/>
          <ac:spMkLst>
            <pc:docMk/>
            <pc:sldMk cId="889349898" sldId="765"/>
            <ac:spMk id="9" creationId="{484E5337-C28B-4B05-B0CB-B52224D35247}"/>
          </ac:spMkLst>
        </pc:spChg>
        <pc:spChg chg="add mod">
          <ac:chgData name="Wenbin Zhu" userId="cc00053150d26d9a" providerId="LiveId" clId="{AE86A9C9-B328-4A15-97B1-ED2C61D73B6C}" dt="2020-07-10T15:34:50.240" v="304" actId="20577"/>
          <ac:spMkLst>
            <pc:docMk/>
            <pc:sldMk cId="889349898" sldId="765"/>
            <ac:spMk id="10" creationId="{F285CF91-AC4B-40F6-9F9C-36933B88D624}"/>
          </ac:spMkLst>
        </pc:spChg>
        <pc:spChg chg="add mod">
          <ac:chgData name="Wenbin Zhu" userId="cc00053150d26d9a" providerId="LiveId" clId="{AE86A9C9-B328-4A15-97B1-ED2C61D73B6C}" dt="2020-07-10T15:36:00.589" v="361" actId="14100"/>
          <ac:spMkLst>
            <pc:docMk/>
            <pc:sldMk cId="889349898" sldId="765"/>
            <ac:spMk id="11" creationId="{25825425-0346-469D-B84E-5866D284A15F}"/>
          </ac:spMkLst>
        </pc:spChg>
        <pc:spChg chg="add mod">
          <ac:chgData name="Wenbin Zhu" userId="cc00053150d26d9a" providerId="LiveId" clId="{AE86A9C9-B328-4A15-97B1-ED2C61D73B6C}" dt="2020-07-10T15:36:57.764" v="441" actId="14100"/>
          <ac:spMkLst>
            <pc:docMk/>
            <pc:sldMk cId="889349898" sldId="765"/>
            <ac:spMk id="13" creationId="{D9D6FF3E-D101-4C6E-ACA9-690F048D3048}"/>
          </ac:spMkLst>
        </pc:spChg>
        <pc:spChg chg="mod">
          <ac:chgData name="Wenbin Zhu" userId="cc00053150d26d9a" providerId="LiveId" clId="{AE86A9C9-B328-4A15-97B1-ED2C61D73B6C}" dt="2020-07-10T15:37:07.936" v="445" actId="571"/>
          <ac:spMkLst>
            <pc:docMk/>
            <pc:sldMk cId="889349898" sldId="765"/>
            <ac:spMk id="15" creationId="{0DB52059-6489-4406-BA55-8E17F106E594}"/>
          </ac:spMkLst>
        </pc:spChg>
        <pc:spChg chg="add mod">
          <ac:chgData name="Wenbin Zhu" userId="cc00053150d26d9a" providerId="LiveId" clId="{AE86A9C9-B328-4A15-97B1-ED2C61D73B6C}" dt="2020-07-10T15:37:07.936" v="445" actId="571"/>
          <ac:spMkLst>
            <pc:docMk/>
            <pc:sldMk cId="889349898" sldId="765"/>
            <ac:spMk id="17" creationId="{611EF7AD-22EA-4F2E-A666-4AA4C90A8F6E}"/>
          </ac:spMkLst>
        </pc:spChg>
        <pc:grpChg chg="add mod">
          <ac:chgData name="Wenbin Zhu" userId="cc00053150d26d9a" providerId="LiveId" clId="{AE86A9C9-B328-4A15-97B1-ED2C61D73B6C}" dt="2020-07-10T15:34:10.725" v="295"/>
          <ac:grpSpMkLst>
            <pc:docMk/>
            <pc:sldMk cId="889349898" sldId="765"/>
            <ac:grpSpMk id="6" creationId="{5C154F6B-4811-482E-9D7C-F61F0F4545AB}"/>
          </ac:grpSpMkLst>
        </pc:grpChg>
        <pc:grpChg chg="add mod">
          <ac:chgData name="Wenbin Zhu" userId="cc00053150d26d9a" providerId="LiveId" clId="{AE86A9C9-B328-4A15-97B1-ED2C61D73B6C}" dt="2020-07-10T15:37:07.936" v="445" actId="571"/>
          <ac:grpSpMkLst>
            <pc:docMk/>
            <pc:sldMk cId="889349898" sldId="765"/>
            <ac:grpSpMk id="14" creationId="{D58FF845-B0A6-4B21-BC9D-1DC141F7014B}"/>
          </ac:grpSpMkLst>
        </pc:grpChg>
        <pc:picChg chg="add mod">
          <ac:chgData name="Wenbin Zhu" userId="cc00053150d26d9a" providerId="LiveId" clId="{AE86A9C9-B328-4A15-97B1-ED2C61D73B6C}" dt="2020-07-10T15:34:33.441" v="299" actId="1076"/>
          <ac:picMkLst>
            <pc:docMk/>
            <pc:sldMk cId="889349898" sldId="765"/>
            <ac:picMk id="3" creationId="{77F4D3F0-1618-4DF1-BE35-37843E7CC5A2}"/>
          </ac:picMkLst>
        </pc:picChg>
        <pc:picChg chg="add del mod">
          <ac:chgData name="Wenbin Zhu" userId="cc00053150d26d9a" providerId="LiveId" clId="{AE86A9C9-B328-4A15-97B1-ED2C61D73B6C}" dt="2020-07-10T15:34:27.688" v="298" actId="1076"/>
          <ac:picMkLst>
            <pc:docMk/>
            <pc:sldMk cId="889349898" sldId="765"/>
            <ac:picMk id="4" creationId="{9AACE97E-C938-45CD-BF73-564519EFE7C6}"/>
          </ac:picMkLst>
        </pc:picChg>
        <pc:picChg chg="add del mod">
          <ac:chgData name="Wenbin Zhu" userId="cc00053150d26d9a" providerId="LiveId" clId="{AE86A9C9-B328-4A15-97B1-ED2C61D73B6C}" dt="2020-07-10T15:31:24.653" v="182" actId="21"/>
          <ac:picMkLst>
            <pc:docMk/>
            <pc:sldMk cId="889349898" sldId="765"/>
            <ac:picMk id="5" creationId="{B7770010-43FD-4A5B-BF47-604673A0B68A}"/>
          </ac:picMkLst>
        </pc:picChg>
        <pc:picChg chg="add mod">
          <ac:chgData name="Wenbin Zhu" userId="cc00053150d26d9a" providerId="LiveId" clId="{AE86A9C9-B328-4A15-97B1-ED2C61D73B6C}" dt="2020-07-10T15:35:49.920" v="359" actId="1076"/>
          <ac:picMkLst>
            <pc:docMk/>
            <pc:sldMk cId="889349898" sldId="765"/>
            <ac:picMk id="12" creationId="{F33C9833-3369-48DB-A238-7EB2E8329A15}"/>
          </ac:picMkLst>
        </pc:picChg>
        <pc:cxnChg chg="mod">
          <ac:chgData name="Wenbin Zhu" userId="cc00053150d26d9a" providerId="LiveId" clId="{AE86A9C9-B328-4A15-97B1-ED2C61D73B6C}" dt="2020-07-10T15:34:10.725" v="295"/>
          <ac:cxnSpMkLst>
            <pc:docMk/>
            <pc:sldMk cId="889349898" sldId="765"/>
            <ac:cxnSpMk id="8" creationId="{28567AB4-9789-444F-80E4-99D390A5B7D8}"/>
          </ac:cxnSpMkLst>
        </pc:cxnChg>
        <pc:cxnChg chg="mod">
          <ac:chgData name="Wenbin Zhu" userId="cc00053150d26d9a" providerId="LiveId" clId="{AE86A9C9-B328-4A15-97B1-ED2C61D73B6C}" dt="2020-07-10T15:37:07.936" v="445" actId="571"/>
          <ac:cxnSpMkLst>
            <pc:docMk/>
            <pc:sldMk cId="889349898" sldId="765"/>
            <ac:cxnSpMk id="16" creationId="{EF0E9CE6-0820-41C6-998F-6E35CDD98F39}"/>
          </ac:cxnSpMkLst>
        </pc:cxnChg>
      </pc:sldChg>
      <pc:sldChg chg="addSp delSp modSp new mod modAnim">
        <pc:chgData name="Wenbin Zhu" userId="cc00053150d26d9a" providerId="LiveId" clId="{AE86A9C9-B328-4A15-97B1-ED2C61D73B6C}" dt="2020-07-10T15:34:37.412" v="300" actId="1076"/>
        <pc:sldMkLst>
          <pc:docMk/>
          <pc:sldMk cId="2874205727" sldId="766"/>
        </pc:sldMkLst>
        <pc:spChg chg="del">
          <ac:chgData name="Wenbin Zhu" userId="cc00053150d26d9a" providerId="LiveId" clId="{AE86A9C9-B328-4A15-97B1-ED2C61D73B6C}" dt="2020-07-10T15:31:14.256" v="180" actId="478"/>
          <ac:spMkLst>
            <pc:docMk/>
            <pc:sldMk cId="2874205727" sldId="766"/>
            <ac:spMk id="2" creationId="{0EB96E41-E492-4581-A974-6912A959D84F}"/>
          </ac:spMkLst>
        </pc:spChg>
        <pc:spChg chg="mod">
          <ac:chgData name="Wenbin Zhu" userId="cc00053150d26d9a" providerId="LiveId" clId="{AE86A9C9-B328-4A15-97B1-ED2C61D73B6C}" dt="2020-07-10T15:31:10.915" v="179"/>
          <ac:spMkLst>
            <pc:docMk/>
            <pc:sldMk cId="2874205727" sldId="766"/>
            <ac:spMk id="5" creationId="{FCA087D1-1E52-4993-947B-FED0A9F3AAD2}"/>
          </ac:spMkLst>
        </pc:spChg>
        <pc:spChg chg="add mod">
          <ac:chgData name="Wenbin Zhu" userId="cc00053150d26d9a" providerId="LiveId" clId="{AE86A9C9-B328-4A15-97B1-ED2C61D73B6C}" dt="2020-07-10T15:33:59.246" v="293" actId="20577"/>
          <ac:spMkLst>
            <pc:docMk/>
            <pc:sldMk cId="2874205727" sldId="766"/>
            <ac:spMk id="7" creationId="{A4ABB2FF-335D-4253-B75E-2A2AD8D021C1}"/>
          </ac:spMkLst>
        </pc:spChg>
        <pc:spChg chg="add mod">
          <ac:chgData name="Wenbin Zhu" userId="cc00053150d26d9a" providerId="LiveId" clId="{AE86A9C9-B328-4A15-97B1-ED2C61D73B6C}" dt="2020-07-10T15:34:37.412" v="300" actId="1076"/>
          <ac:spMkLst>
            <pc:docMk/>
            <pc:sldMk cId="2874205727" sldId="766"/>
            <ac:spMk id="10" creationId="{B0C47D1E-338D-44C0-9742-64306ECA77E9}"/>
          </ac:spMkLst>
        </pc:spChg>
        <pc:spChg chg="add mod">
          <ac:chgData name="Wenbin Zhu" userId="cc00053150d26d9a" providerId="LiveId" clId="{AE86A9C9-B328-4A15-97B1-ED2C61D73B6C}" dt="2020-07-10T15:33:53.488" v="291" actId="14100"/>
          <ac:spMkLst>
            <pc:docMk/>
            <pc:sldMk cId="2874205727" sldId="766"/>
            <ac:spMk id="11" creationId="{D5DD41B1-DBF0-4ED6-A250-463B191AF6ED}"/>
          </ac:spMkLst>
        </pc:spChg>
        <pc:grpChg chg="add mod">
          <ac:chgData name="Wenbin Zhu" userId="cc00053150d26d9a" providerId="LiveId" clId="{AE86A9C9-B328-4A15-97B1-ED2C61D73B6C}" dt="2020-07-10T15:31:10.915" v="179"/>
          <ac:grpSpMkLst>
            <pc:docMk/>
            <pc:sldMk cId="2874205727" sldId="766"/>
            <ac:grpSpMk id="4" creationId="{98D50BC6-A827-4EE0-B23B-AD713FF27A7A}"/>
          </ac:grpSpMkLst>
        </pc:grpChg>
        <pc:picChg chg="add mod">
          <ac:chgData name="Wenbin Zhu" userId="cc00053150d26d9a" providerId="LiveId" clId="{AE86A9C9-B328-4A15-97B1-ED2C61D73B6C}" dt="2020-07-10T15:31:20.557" v="181" actId="1076"/>
          <ac:picMkLst>
            <pc:docMk/>
            <pc:sldMk cId="2874205727" sldId="766"/>
            <ac:picMk id="3" creationId="{D3EF89C1-ECC7-49B2-A5E2-4EC7756A80A0}"/>
          </ac:picMkLst>
        </pc:picChg>
        <pc:picChg chg="add mod">
          <ac:chgData name="Wenbin Zhu" userId="cc00053150d26d9a" providerId="LiveId" clId="{AE86A9C9-B328-4A15-97B1-ED2C61D73B6C}" dt="2020-07-10T15:32:00.062" v="192" actId="1076"/>
          <ac:picMkLst>
            <pc:docMk/>
            <pc:sldMk cId="2874205727" sldId="766"/>
            <ac:picMk id="8" creationId="{41667E9B-5FB1-4333-9EFA-FC662A9F5EDA}"/>
          </ac:picMkLst>
        </pc:picChg>
        <pc:picChg chg="add del mod">
          <ac:chgData name="Wenbin Zhu" userId="cc00053150d26d9a" providerId="LiveId" clId="{AE86A9C9-B328-4A15-97B1-ED2C61D73B6C}" dt="2020-07-10T15:31:48.854" v="189"/>
          <ac:picMkLst>
            <pc:docMk/>
            <pc:sldMk cId="2874205727" sldId="766"/>
            <ac:picMk id="9" creationId="{43181FA2-7688-4A4F-908D-6F4D5291C30C}"/>
          </ac:picMkLst>
        </pc:picChg>
        <pc:cxnChg chg="mod">
          <ac:chgData name="Wenbin Zhu" userId="cc00053150d26d9a" providerId="LiveId" clId="{AE86A9C9-B328-4A15-97B1-ED2C61D73B6C}" dt="2020-07-10T15:31:10.915" v="179"/>
          <ac:cxnSpMkLst>
            <pc:docMk/>
            <pc:sldMk cId="2874205727" sldId="766"/>
            <ac:cxnSpMk id="6" creationId="{A2E86D8B-BA47-4887-891D-A5DFB04F4638}"/>
          </ac:cxnSpMkLst>
        </pc:cxnChg>
      </pc:sldChg>
      <pc:sldChg chg="addSp modSp new mod ord modShow modNotesTx">
        <pc:chgData name="Wenbin Zhu" userId="cc00053150d26d9a" providerId="LiveId" clId="{AE86A9C9-B328-4A15-97B1-ED2C61D73B6C}" dt="2020-07-13T07:48:34.943" v="6110" actId="1036"/>
        <pc:sldMkLst>
          <pc:docMk/>
          <pc:sldMk cId="2246800716" sldId="767"/>
        </pc:sldMkLst>
        <pc:spChg chg="mod">
          <ac:chgData name="Wenbin Zhu" userId="cc00053150d26d9a" providerId="LiveId" clId="{AE86A9C9-B328-4A15-97B1-ED2C61D73B6C}" dt="2020-07-10T15:41:02.046" v="519"/>
          <ac:spMkLst>
            <pc:docMk/>
            <pc:sldMk cId="2246800716" sldId="767"/>
            <ac:spMk id="3" creationId="{18FE9E0E-DB20-4335-9A77-DC7CE66BF4A7}"/>
          </ac:spMkLst>
        </pc:spChg>
        <pc:spChg chg="add mod">
          <ac:chgData name="Wenbin Zhu" userId="cc00053150d26d9a" providerId="LiveId" clId="{AE86A9C9-B328-4A15-97B1-ED2C61D73B6C}" dt="2020-07-10T15:42:24.667" v="592" actId="6549"/>
          <ac:spMkLst>
            <pc:docMk/>
            <pc:sldMk cId="2246800716" sldId="767"/>
            <ac:spMk id="5" creationId="{F850B19F-03FC-42D6-8B82-F0AC4E8DE497}"/>
          </ac:spMkLst>
        </pc:spChg>
        <pc:spChg chg="add mod">
          <ac:chgData name="Wenbin Zhu" userId="cc00053150d26d9a" providerId="LiveId" clId="{AE86A9C9-B328-4A15-97B1-ED2C61D73B6C}" dt="2020-07-10T16:46:31.854" v="3466" actId="21"/>
          <ac:spMkLst>
            <pc:docMk/>
            <pc:sldMk cId="2246800716" sldId="767"/>
            <ac:spMk id="6" creationId="{11EBF162-E279-4F9F-AF9A-3C73ABE4125F}"/>
          </ac:spMkLst>
        </pc:spChg>
        <pc:spChg chg="add mod">
          <ac:chgData name="Wenbin Zhu" userId="cc00053150d26d9a" providerId="LiveId" clId="{AE86A9C9-B328-4A15-97B1-ED2C61D73B6C}" dt="2020-07-10T16:46:43.248" v="3469" actId="14100"/>
          <ac:spMkLst>
            <pc:docMk/>
            <pc:sldMk cId="2246800716" sldId="767"/>
            <ac:spMk id="10" creationId="{6920F08D-2C9C-460E-9A70-EDE15B953951}"/>
          </ac:spMkLst>
        </pc:spChg>
        <pc:spChg chg="add mod">
          <ac:chgData name="Wenbin Zhu" userId="cc00053150d26d9a" providerId="LiveId" clId="{AE86A9C9-B328-4A15-97B1-ED2C61D73B6C}" dt="2020-07-13T07:48:32.350" v="6103" actId="1076"/>
          <ac:spMkLst>
            <pc:docMk/>
            <pc:sldMk cId="2246800716" sldId="767"/>
            <ac:spMk id="11" creationId="{A91D746A-6EB1-4163-AF6A-2B64E38C58DC}"/>
          </ac:spMkLst>
        </pc:spChg>
        <pc:grpChg chg="add mod">
          <ac:chgData name="Wenbin Zhu" userId="cc00053150d26d9a" providerId="LiveId" clId="{AE86A9C9-B328-4A15-97B1-ED2C61D73B6C}" dt="2020-07-10T15:41:02.046" v="519"/>
          <ac:grpSpMkLst>
            <pc:docMk/>
            <pc:sldMk cId="2246800716" sldId="767"/>
            <ac:grpSpMk id="2" creationId="{BA6BDBC5-A78D-440D-9843-8DD828351A70}"/>
          </ac:grpSpMkLst>
        </pc:grpChg>
        <pc:picChg chg="add mod">
          <ac:chgData name="Wenbin Zhu" userId="cc00053150d26d9a" providerId="LiveId" clId="{AE86A9C9-B328-4A15-97B1-ED2C61D73B6C}" dt="2020-07-13T07:48:34.943" v="6110" actId="1036"/>
          <ac:picMkLst>
            <pc:docMk/>
            <pc:sldMk cId="2246800716" sldId="767"/>
            <ac:picMk id="8" creationId="{B8132F7D-975E-4819-9034-249C0C6B1620}"/>
          </ac:picMkLst>
        </pc:picChg>
        <pc:cxnChg chg="mod">
          <ac:chgData name="Wenbin Zhu" userId="cc00053150d26d9a" providerId="LiveId" clId="{AE86A9C9-B328-4A15-97B1-ED2C61D73B6C}" dt="2020-07-10T15:41:02.046" v="519"/>
          <ac:cxnSpMkLst>
            <pc:docMk/>
            <pc:sldMk cId="2246800716" sldId="767"/>
            <ac:cxnSpMk id="4" creationId="{96ADC99E-1B9F-4474-B18A-7DAC96778536}"/>
          </ac:cxnSpMkLst>
        </pc:cxnChg>
      </pc:sldChg>
      <pc:sldChg chg="addSp delSp modSp add mod delAnim modAnim">
        <pc:chgData name="Wenbin Zhu" userId="cc00053150d26d9a" providerId="LiveId" clId="{AE86A9C9-B328-4A15-97B1-ED2C61D73B6C}" dt="2020-07-10T16:42:43.838" v="3461"/>
        <pc:sldMkLst>
          <pc:docMk/>
          <pc:sldMk cId="2514602228" sldId="768"/>
        </pc:sldMkLst>
        <pc:spChg chg="mod">
          <ac:chgData name="Wenbin Zhu" userId="cc00053150d26d9a" providerId="LiveId" clId="{AE86A9C9-B328-4A15-97B1-ED2C61D73B6C}" dt="2020-07-10T16:15:21.661" v="1849" actId="14100"/>
          <ac:spMkLst>
            <pc:docMk/>
            <pc:sldMk cId="2514602228" sldId="768"/>
            <ac:spMk id="13" creationId="{12DD07AB-B45A-4477-8BFE-4159DA41816C}"/>
          </ac:spMkLst>
        </pc:spChg>
        <pc:spChg chg="add mod">
          <ac:chgData name="Wenbin Zhu" userId="cc00053150d26d9a" providerId="LiveId" clId="{AE86A9C9-B328-4A15-97B1-ED2C61D73B6C}" dt="2020-07-10T16:15:54.636" v="1856" actId="14100"/>
          <ac:spMkLst>
            <pc:docMk/>
            <pc:sldMk cId="2514602228" sldId="768"/>
            <ac:spMk id="14" creationId="{AD0BD269-8B0B-46B2-B981-E6344221872D}"/>
          </ac:spMkLst>
        </pc:spChg>
        <pc:spChg chg="add mod">
          <ac:chgData name="Wenbin Zhu" userId="cc00053150d26d9a" providerId="LiveId" clId="{AE86A9C9-B328-4A15-97B1-ED2C61D73B6C}" dt="2020-07-10T16:16:06.968" v="1858" actId="14100"/>
          <ac:spMkLst>
            <pc:docMk/>
            <pc:sldMk cId="2514602228" sldId="768"/>
            <ac:spMk id="15" creationId="{38195E4F-746F-42EC-B0CE-8B34C6465E79}"/>
          </ac:spMkLst>
        </pc:spChg>
        <pc:spChg chg="mod">
          <ac:chgData name="Wenbin Zhu" userId="cc00053150d26d9a" providerId="LiveId" clId="{AE86A9C9-B328-4A15-97B1-ED2C61D73B6C}" dt="2020-07-10T16:15:27.046" v="1850" actId="14100"/>
          <ac:spMkLst>
            <pc:docMk/>
            <pc:sldMk cId="2514602228" sldId="768"/>
            <ac:spMk id="17" creationId="{FC3D0E50-7598-4AEE-A4E7-DEC14AC3C004}"/>
          </ac:spMkLst>
        </pc:spChg>
        <pc:spChg chg="del">
          <ac:chgData name="Wenbin Zhu" userId="cc00053150d26d9a" providerId="LiveId" clId="{AE86A9C9-B328-4A15-97B1-ED2C61D73B6C}" dt="2020-07-10T16:00:47.341" v="1132" actId="478"/>
          <ac:spMkLst>
            <pc:docMk/>
            <pc:sldMk cId="2514602228" sldId="768"/>
            <ac:spMk id="18" creationId="{B2D7B5E1-DB08-4E7D-AE11-DDC04665E594}"/>
          </ac:spMkLst>
        </pc:spChg>
        <pc:spChg chg="del">
          <ac:chgData name="Wenbin Zhu" userId="cc00053150d26d9a" providerId="LiveId" clId="{AE86A9C9-B328-4A15-97B1-ED2C61D73B6C}" dt="2020-07-10T16:00:54.966" v="1134" actId="478"/>
          <ac:spMkLst>
            <pc:docMk/>
            <pc:sldMk cId="2514602228" sldId="768"/>
            <ac:spMk id="19" creationId="{561B6D8D-58B6-409A-8518-F78B43F10F8D}"/>
          </ac:spMkLst>
        </pc:spChg>
        <pc:spChg chg="add mod">
          <ac:chgData name="Wenbin Zhu" userId="cc00053150d26d9a" providerId="LiveId" clId="{AE86A9C9-B328-4A15-97B1-ED2C61D73B6C}" dt="2020-07-10T16:42:43.838" v="3461"/>
          <ac:spMkLst>
            <pc:docMk/>
            <pc:sldMk cId="2514602228" sldId="768"/>
            <ac:spMk id="20" creationId="{A79FFA55-1C87-4C60-BD01-F2551A990101}"/>
          </ac:spMkLst>
        </pc:spChg>
        <pc:spChg chg="mod">
          <ac:chgData name="Wenbin Zhu" userId="cc00053150d26d9a" providerId="LiveId" clId="{AE86A9C9-B328-4A15-97B1-ED2C61D73B6C}" dt="2020-07-10T15:56:07.937" v="1124" actId="20577"/>
          <ac:spMkLst>
            <pc:docMk/>
            <pc:sldMk cId="2514602228" sldId="768"/>
            <ac:spMk id="30" creationId="{E81BA3EC-56F4-4CF0-B991-71E3F1E8C34B}"/>
          </ac:spMkLst>
        </pc:spChg>
        <pc:picChg chg="add mod ord">
          <ac:chgData name="Wenbin Zhu" userId="cc00053150d26d9a" providerId="LiveId" clId="{AE86A9C9-B328-4A15-97B1-ED2C61D73B6C}" dt="2020-07-10T16:15:49.158" v="1855" actId="1076"/>
          <ac:picMkLst>
            <pc:docMk/>
            <pc:sldMk cId="2514602228" sldId="768"/>
            <ac:picMk id="4" creationId="{46633565-3D07-4E43-AECE-FDAD8C5A4130}"/>
          </ac:picMkLst>
        </pc:picChg>
        <pc:picChg chg="del mod">
          <ac:chgData name="Wenbin Zhu" userId="cc00053150d26d9a" providerId="LiveId" clId="{AE86A9C9-B328-4A15-97B1-ED2C61D73B6C}" dt="2020-07-10T16:00:33.011" v="1126" actId="478"/>
          <ac:picMkLst>
            <pc:docMk/>
            <pc:sldMk cId="2514602228" sldId="768"/>
            <ac:picMk id="7" creationId="{945EFA2C-3465-415C-84FF-BD416D89BB68}"/>
          </ac:picMkLst>
        </pc:picChg>
      </pc:sldChg>
      <pc:sldChg chg="addSp delSp modSp new mod">
        <pc:chgData name="Wenbin Zhu" userId="cc00053150d26d9a" providerId="LiveId" clId="{AE86A9C9-B328-4A15-97B1-ED2C61D73B6C}" dt="2020-07-13T07:48:44.720" v="6112" actId="1076"/>
        <pc:sldMkLst>
          <pc:docMk/>
          <pc:sldMk cId="534277170" sldId="769"/>
        </pc:sldMkLst>
        <pc:spChg chg="mod">
          <ac:chgData name="Wenbin Zhu" userId="cc00053150d26d9a" providerId="LiveId" clId="{AE86A9C9-B328-4A15-97B1-ED2C61D73B6C}" dt="2020-07-10T16:27:22.872" v="2412"/>
          <ac:spMkLst>
            <pc:docMk/>
            <pc:sldMk cId="534277170" sldId="769"/>
            <ac:spMk id="3" creationId="{EC1D9C07-E671-445D-9535-62318DDCE456}"/>
          </ac:spMkLst>
        </pc:spChg>
        <pc:spChg chg="add mod">
          <ac:chgData name="Wenbin Zhu" userId="cc00053150d26d9a" providerId="LiveId" clId="{AE86A9C9-B328-4A15-97B1-ED2C61D73B6C}" dt="2020-07-10T16:28:05.247" v="2457"/>
          <ac:spMkLst>
            <pc:docMk/>
            <pc:sldMk cId="534277170" sldId="769"/>
            <ac:spMk id="5" creationId="{AF23FE70-8493-4A2F-9E79-5D4EE9371FA4}"/>
          </ac:spMkLst>
        </pc:spChg>
        <pc:spChg chg="add mod">
          <ac:chgData name="Wenbin Zhu" userId="cc00053150d26d9a" providerId="LiveId" clId="{AE86A9C9-B328-4A15-97B1-ED2C61D73B6C}" dt="2020-07-10T16:36:45.615" v="3281" actId="20577"/>
          <ac:spMkLst>
            <pc:docMk/>
            <pc:sldMk cId="534277170" sldId="769"/>
            <ac:spMk id="6" creationId="{27913E11-C100-4803-B1C0-158A1F97E233}"/>
          </ac:spMkLst>
        </pc:spChg>
        <pc:spChg chg="add del">
          <ac:chgData name="Wenbin Zhu" userId="cc00053150d26d9a" providerId="LiveId" clId="{AE86A9C9-B328-4A15-97B1-ED2C61D73B6C}" dt="2020-07-10T16:31:34.186" v="2743"/>
          <ac:spMkLst>
            <pc:docMk/>
            <pc:sldMk cId="534277170" sldId="769"/>
            <ac:spMk id="7" creationId="{FB8F01F6-1F40-4DAF-A534-D114A4648703}"/>
          </ac:spMkLst>
        </pc:spChg>
        <pc:spChg chg="add del mod">
          <ac:chgData name="Wenbin Zhu" userId="cc00053150d26d9a" providerId="LiveId" clId="{AE86A9C9-B328-4A15-97B1-ED2C61D73B6C}" dt="2020-07-10T16:32:02.620" v="2748" actId="478"/>
          <ac:spMkLst>
            <pc:docMk/>
            <pc:sldMk cId="534277170" sldId="769"/>
            <ac:spMk id="8" creationId="{6A524922-7C87-4B2A-A076-18B7121CB362}"/>
          </ac:spMkLst>
        </pc:spChg>
        <pc:spChg chg="add mod">
          <ac:chgData name="Wenbin Zhu" userId="cc00053150d26d9a" providerId="LiveId" clId="{AE86A9C9-B328-4A15-97B1-ED2C61D73B6C}" dt="2020-07-13T07:48:44.720" v="6112" actId="1076"/>
          <ac:spMkLst>
            <pc:docMk/>
            <pc:sldMk cId="534277170" sldId="769"/>
            <ac:spMk id="8" creationId="{D8EFE7CE-63CF-4912-9D3A-C90F6173AC64}"/>
          </ac:spMkLst>
        </pc:spChg>
        <pc:grpChg chg="add mod">
          <ac:chgData name="Wenbin Zhu" userId="cc00053150d26d9a" providerId="LiveId" clId="{AE86A9C9-B328-4A15-97B1-ED2C61D73B6C}" dt="2020-07-10T16:27:22.872" v="2412"/>
          <ac:grpSpMkLst>
            <pc:docMk/>
            <pc:sldMk cId="534277170" sldId="769"/>
            <ac:grpSpMk id="2" creationId="{3179C648-79A0-4909-9297-E7D43626F8A9}"/>
          </ac:grpSpMkLst>
        </pc:grpChg>
        <pc:picChg chg="add mod">
          <ac:chgData name="Wenbin Zhu" userId="cc00053150d26d9a" providerId="LiveId" clId="{AE86A9C9-B328-4A15-97B1-ED2C61D73B6C}" dt="2020-07-10T16:44:16.912" v="3463" actId="1076"/>
          <ac:picMkLst>
            <pc:docMk/>
            <pc:sldMk cId="534277170" sldId="769"/>
            <ac:picMk id="10" creationId="{44B1012A-E8C1-40F1-8DC4-A535337C0FED}"/>
          </ac:picMkLst>
        </pc:picChg>
        <pc:cxnChg chg="mod">
          <ac:chgData name="Wenbin Zhu" userId="cc00053150d26d9a" providerId="LiveId" clId="{AE86A9C9-B328-4A15-97B1-ED2C61D73B6C}" dt="2020-07-10T16:27:22.872" v="2412"/>
          <ac:cxnSpMkLst>
            <pc:docMk/>
            <pc:sldMk cId="534277170" sldId="769"/>
            <ac:cxnSpMk id="4" creationId="{B59A3E7C-D608-49F8-97B2-DAF561B10D69}"/>
          </ac:cxnSpMkLst>
        </pc:cxnChg>
      </pc:sldChg>
      <pc:sldChg chg="addSp delSp modSp new del mod delAnim modAnim">
        <pc:chgData name="Wenbin Zhu" userId="cc00053150d26d9a" providerId="LiveId" clId="{AE86A9C9-B328-4A15-97B1-ED2C61D73B6C}" dt="2020-07-10T19:03:42.459" v="5485" actId="47"/>
        <pc:sldMkLst>
          <pc:docMk/>
          <pc:sldMk cId="1797519042" sldId="770"/>
        </pc:sldMkLst>
        <pc:spChg chg="mod">
          <ac:chgData name="Wenbin Zhu" userId="cc00053150d26d9a" providerId="LiveId" clId="{AE86A9C9-B328-4A15-97B1-ED2C61D73B6C}" dt="2020-07-10T16:47:09.708" v="3471"/>
          <ac:spMkLst>
            <pc:docMk/>
            <pc:sldMk cId="1797519042" sldId="770"/>
            <ac:spMk id="3" creationId="{92E6A2A2-2262-4088-9861-206C882A3CB8}"/>
          </ac:spMkLst>
        </pc:spChg>
        <pc:spChg chg="add mod">
          <ac:chgData name="Wenbin Zhu" userId="cc00053150d26d9a" providerId="LiveId" clId="{AE86A9C9-B328-4A15-97B1-ED2C61D73B6C}" dt="2020-07-10T17:13:11.238" v="4337"/>
          <ac:spMkLst>
            <pc:docMk/>
            <pc:sldMk cId="1797519042" sldId="770"/>
            <ac:spMk id="5" creationId="{77ACF617-AA02-41A8-A7D6-BC9BDF0A6FF0}"/>
          </ac:spMkLst>
        </pc:spChg>
        <pc:spChg chg="add mod">
          <ac:chgData name="Wenbin Zhu" userId="cc00053150d26d9a" providerId="LiveId" clId="{AE86A9C9-B328-4A15-97B1-ED2C61D73B6C}" dt="2020-07-10T16:52:24.763" v="3768" actId="14100"/>
          <ac:spMkLst>
            <pc:docMk/>
            <pc:sldMk cId="1797519042" sldId="770"/>
            <ac:spMk id="6" creationId="{FAAEB1F1-3492-4574-8D8A-C5F6E5CFDAD9}"/>
          </ac:spMkLst>
        </pc:spChg>
        <pc:spChg chg="add mod">
          <ac:chgData name="Wenbin Zhu" userId="cc00053150d26d9a" providerId="LiveId" clId="{AE86A9C9-B328-4A15-97B1-ED2C61D73B6C}" dt="2020-07-10T16:53:21.871" v="3795" actId="207"/>
          <ac:spMkLst>
            <pc:docMk/>
            <pc:sldMk cId="1797519042" sldId="770"/>
            <ac:spMk id="8" creationId="{9F6F4ACD-95FA-4519-8168-7A4FFAB04FEF}"/>
          </ac:spMkLst>
        </pc:spChg>
        <pc:spChg chg="add del mod">
          <ac:chgData name="Wenbin Zhu" userId="cc00053150d26d9a" providerId="LiveId" clId="{AE86A9C9-B328-4A15-97B1-ED2C61D73B6C}" dt="2020-07-10T16:54:37.959" v="3835" actId="478"/>
          <ac:spMkLst>
            <pc:docMk/>
            <pc:sldMk cId="1797519042" sldId="770"/>
            <ac:spMk id="9" creationId="{148C52F0-B5A0-4FC8-B583-B9136E3F4923}"/>
          </ac:spMkLst>
        </pc:spChg>
        <pc:spChg chg="add mod">
          <ac:chgData name="Wenbin Zhu" userId="cc00053150d26d9a" providerId="LiveId" clId="{AE86A9C9-B328-4A15-97B1-ED2C61D73B6C}" dt="2020-07-10T19:03:31.676" v="5484" actId="20577"/>
          <ac:spMkLst>
            <pc:docMk/>
            <pc:sldMk cId="1797519042" sldId="770"/>
            <ac:spMk id="10" creationId="{06B313D4-5161-475D-BF65-B7CC3E8D7228}"/>
          </ac:spMkLst>
        </pc:spChg>
        <pc:spChg chg="add del">
          <ac:chgData name="Wenbin Zhu" userId="cc00053150d26d9a" providerId="LiveId" clId="{AE86A9C9-B328-4A15-97B1-ED2C61D73B6C}" dt="2020-07-10T16:57:02.250" v="3839" actId="22"/>
          <ac:spMkLst>
            <pc:docMk/>
            <pc:sldMk cId="1797519042" sldId="770"/>
            <ac:spMk id="12" creationId="{64FF2F0D-4832-4A60-B757-44282D0964A7}"/>
          </ac:spMkLst>
        </pc:spChg>
        <pc:spChg chg="add mod">
          <ac:chgData name="Wenbin Zhu" userId="cc00053150d26d9a" providerId="LiveId" clId="{AE86A9C9-B328-4A15-97B1-ED2C61D73B6C}" dt="2020-07-10T16:58:48.962" v="3888" actId="1076"/>
          <ac:spMkLst>
            <pc:docMk/>
            <pc:sldMk cId="1797519042" sldId="770"/>
            <ac:spMk id="15" creationId="{2A9B6EFF-E552-4F24-84B6-A7BD940542E8}"/>
          </ac:spMkLst>
        </pc:spChg>
        <pc:spChg chg="add mod">
          <ac:chgData name="Wenbin Zhu" userId="cc00053150d26d9a" providerId="LiveId" clId="{AE86A9C9-B328-4A15-97B1-ED2C61D73B6C}" dt="2020-07-10T17:25:18.180" v="4460" actId="14100"/>
          <ac:spMkLst>
            <pc:docMk/>
            <pc:sldMk cId="1797519042" sldId="770"/>
            <ac:spMk id="18" creationId="{54CBFD2C-FC58-42F7-BB91-E1EF5317531C}"/>
          </ac:spMkLst>
        </pc:spChg>
        <pc:spChg chg="add mod">
          <ac:chgData name="Wenbin Zhu" userId="cc00053150d26d9a" providerId="LiveId" clId="{AE86A9C9-B328-4A15-97B1-ED2C61D73B6C}" dt="2020-07-10T17:11:55.645" v="4236" actId="14100"/>
          <ac:spMkLst>
            <pc:docMk/>
            <pc:sldMk cId="1797519042" sldId="770"/>
            <ac:spMk id="19" creationId="{284D975E-E682-4DAC-A6EC-E8FCDAC36132}"/>
          </ac:spMkLst>
        </pc:spChg>
        <pc:spChg chg="add del mod">
          <ac:chgData name="Wenbin Zhu" userId="cc00053150d26d9a" providerId="LiveId" clId="{AE86A9C9-B328-4A15-97B1-ED2C61D73B6C}" dt="2020-07-10T17:02:17.911" v="4041" actId="478"/>
          <ac:spMkLst>
            <pc:docMk/>
            <pc:sldMk cId="1797519042" sldId="770"/>
            <ac:spMk id="20" creationId="{17319A23-3571-4DD5-A746-07DE62026B4D}"/>
          </ac:spMkLst>
        </pc:spChg>
        <pc:spChg chg="add del mod topLvl">
          <ac:chgData name="Wenbin Zhu" userId="cc00053150d26d9a" providerId="LiveId" clId="{AE86A9C9-B328-4A15-97B1-ED2C61D73B6C}" dt="2020-07-10T17:03:52.834" v="4051" actId="478"/>
          <ac:spMkLst>
            <pc:docMk/>
            <pc:sldMk cId="1797519042" sldId="770"/>
            <ac:spMk id="22" creationId="{53C933E5-3F33-4A27-B439-7A6C4BD75F9E}"/>
          </ac:spMkLst>
        </pc:spChg>
        <pc:spChg chg="add del mod topLvl">
          <ac:chgData name="Wenbin Zhu" userId="cc00053150d26d9a" providerId="LiveId" clId="{AE86A9C9-B328-4A15-97B1-ED2C61D73B6C}" dt="2020-07-10T17:04:03.844" v="4053" actId="14100"/>
          <ac:spMkLst>
            <pc:docMk/>
            <pc:sldMk cId="1797519042" sldId="770"/>
            <ac:spMk id="23" creationId="{A559598B-7832-4664-9FCE-5CBBBE0A11ED}"/>
          </ac:spMkLst>
        </pc:spChg>
        <pc:spChg chg="add mod">
          <ac:chgData name="Wenbin Zhu" userId="cc00053150d26d9a" providerId="LiveId" clId="{AE86A9C9-B328-4A15-97B1-ED2C61D73B6C}" dt="2020-07-10T17:04:43.283" v="4061" actId="14100"/>
          <ac:spMkLst>
            <pc:docMk/>
            <pc:sldMk cId="1797519042" sldId="770"/>
            <ac:spMk id="24" creationId="{1EDFE62E-5796-4B3C-B1AF-0D1095AAA272}"/>
          </ac:spMkLst>
        </pc:spChg>
        <pc:grpChg chg="add mod">
          <ac:chgData name="Wenbin Zhu" userId="cc00053150d26d9a" providerId="LiveId" clId="{AE86A9C9-B328-4A15-97B1-ED2C61D73B6C}" dt="2020-07-10T16:47:09.708" v="3471"/>
          <ac:grpSpMkLst>
            <pc:docMk/>
            <pc:sldMk cId="1797519042" sldId="770"/>
            <ac:grpSpMk id="2" creationId="{938AF4B9-AEB9-437D-A237-3F4109AD81BF}"/>
          </ac:grpSpMkLst>
        </pc:grpChg>
        <pc:grpChg chg="add del mod">
          <ac:chgData name="Wenbin Zhu" userId="cc00053150d26d9a" providerId="LiveId" clId="{AE86A9C9-B328-4A15-97B1-ED2C61D73B6C}" dt="2020-07-10T17:03:26.002" v="4044" actId="165"/>
          <ac:grpSpMkLst>
            <pc:docMk/>
            <pc:sldMk cId="1797519042" sldId="770"/>
            <ac:grpSpMk id="21" creationId="{B0628A8F-B3D1-4402-89A1-9BEB0BDA45D0}"/>
          </ac:grpSpMkLst>
        </pc:grpChg>
        <pc:picChg chg="add mod modCrop">
          <ac:chgData name="Wenbin Zhu" userId="cc00053150d26d9a" providerId="LiveId" clId="{AE86A9C9-B328-4A15-97B1-ED2C61D73B6C}" dt="2020-07-10T16:58:01.308" v="3849" actId="1076"/>
          <ac:picMkLst>
            <pc:docMk/>
            <pc:sldMk cId="1797519042" sldId="770"/>
            <ac:picMk id="14" creationId="{CE6E1B07-1C89-468F-B9E5-CA917B24CE36}"/>
          </ac:picMkLst>
        </pc:picChg>
        <pc:picChg chg="add mod modCrop">
          <ac:chgData name="Wenbin Zhu" userId="cc00053150d26d9a" providerId="LiveId" clId="{AE86A9C9-B328-4A15-97B1-ED2C61D73B6C}" dt="2020-07-10T17:04:28.232" v="4059" actId="1076"/>
          <ac:picMkLst>
            <pc:docMk/>
            <pc:sldMk cId="1797519042" sldId="770"/>
            <ac:picMk id="17" creationId="{89043B9D-D3F7-4D17-8908-916B60DD5C64}"/>
          </ac:picMkLst>
        </pc:picChg>
        <pc:cxnChg chg="mod">
          <ac:chgData name="Wenbin Zhu" userId="cc00053150d26d9a" providerId="LiveId" clId="{AE86A9C9-B328-4A15-97B1-ED2C61D73B6C}" dt="2020-07-10T16:47:09.708" v="3471"/>
          <ac:cxnSpMkLst>
            <pc:docMk/>
            <pc:sldMk cId="1797519042" sldId="770"/>
            <ac:cxnSpMk id="4" creationId="{471C2C3E-2E0C-49EF-8561-FC6A5BADEA0C}"/>
          </ac:cxnSpMkLst>
        </pc:cxnChg>
      </pc:sldChg>
      <pc:sldChg chg="addSp delSp modSp add mod ord delAnim modAnim">
        <pc:chgData name="Wenbin Zhu" userId="cc00053150d26d9a" providerId="LiveId" clId="{AE86A9C9-B328-4A15-97B1-ED2C61D73B6C}" dt="2020-07-13T07:59:28.762" v="6438" actId="1076"/>
        <pc:sldMkLst>
          <pc:docMk/>
          <pc:sldMk cId="3319623050" sldId="771"/>
        </pc:sldMkLst>
        <pc:spChg chg="mod">
          <ac:chgData name="Wenbin Zhu" userId="cc00053150d26d9a" providerId="LiveId" clId="{AE86A9C9-B328-4A15-97B1-ED2C61D73B6C}" dt="2020-07-10T17:16:28.023" v="4350" actId="6549"/>
          <ac:spMkLst>
            <pc:docMk/>
            <pc:sldMk cId="3319623050" sldId="771"/>
            <ac:spMk id="5" creationId="{77ACF617-AA02-41A8-A7D6-BC9BDF0A6FF0}"/>
          </ac:spMkLst>
        </pc:spChg>
        <pc:spChg chg="del mod">
          <ac:chgData name="Wenbin Zhu" userId="cc00053150d26d9a" providerId="LiveId" clId="{AE86A9C9-B328-4A15-97B1-ED2C61D73B6C}" dt="2020-07-10T17:17:02.517" v="4353" actId="478"/>
          <ac:spMkLst>
            <pc:docMk/>
            <pc:sldMk cId="3319623050" sldId="771"/>
            <ac:spMk id="6" creationId="{FAAEB1F1-3492-4574-8D8A-C5F6E5CFDAD9}"/>
          </ac:spMkLst>
        </pc:spChg>
        <pc:spChg chg="mod">
          <ac:chgData name="Wenbin Zhu" userId="cc00053150d26d9a" providerId="LiveId" clId="{AE86A9C9-B328-4A15-97B1-ED2C61D73B6C}" dt="2020-07-10T19:01:52.629" v="5440" actId="1035"/>
          <ac:spMkLst>
            <pc:docMk/>
            <pc:sldMk cId="3319623050" sldId="771"/>
            <ac:spMk id="8" creationId="{9F6F4ACD-95FA-4519-8168-7A4FFAB04FEF}"/>
          </ac:spMkLst>
        </pc:spChg>
        <pc:spChg chg="del mod">
          <ac:chgData name="Wenbin Zhu" userId="cc00053150d26d9a" providerId="LiveId" clId="{AE86A9C9-B328-4A15-97B1-ED2C61D73B6C}" dt="2020-07-10T17:25:50.612" v="4462" actId="478"/>
          <ac:spMkLst>
            <pc:docMk/>
            <pc:sldMk cId="3319623050" sldId="771"/>
            <ac:spMk id="10" creationId="{06B313D4-5161-475D-BF65-B7CC3E8D7228}"/>
          </ac:spMkLst>
        </pc:spChg>
        <pc:spChg chg="add mod">
          <ac:chgData name="Wenbin Zhu" userId="cc00053150d26d9a" providerId="LiveId" clId="{AE86A9C9-B328-4A15-97B1-ED2C61D73B6C}" dt="2020-07-13T07:59:28.762" v="6438" actId="1076"/>
          <ac:spMkLst>
            <pc:docMk/>
            <pc:sldMk cId="3319623050" sldId="771"/>
            <ac:spMk id="13" creationId="{04F74F83-9066-442A-8833-D860B86A7068}"/>
          </ac:spMkLst>
        </pc:spChg>
        <pc:spChg chg="del mod">
          <ac:chgData name="Wenbin Zhu" userId="cc00053150d26d9a" providerId="LiveId" clId="{AE86A9C9-B328-4A15-97B1-ED2C61D73B6C}" dt="2020-07-10T17:17:45.691" v="4359" actId="478"/>
          <ac:spMkLst>
            <pc:docMk/>
            <pc:sldMk cId="3319623050" sldId="771"/>
            <ac:spMk id="15" creationId="{2A9B6EFF-E552-4F24-84B6-A7BD940542E8}"/>
          </ac:spMkLst>
        </pc:spChg>
        <pc:spChg chg="del mod">
          <ac:chgData name="Wenbin Zhu" userId="cc00053150d26d9a" providerId="LiveId" clId="{AE86A9C9-B328-4A15-97B1-ED2C61D73B6C}" dt="2020-07-10T17:18:01.735" v="4363" actId="478"/>
          <ac:spMkLst>
            <pc:docMk/>
            <pc:sldMk cId="3319623050" sldId="771"/>
            <ac:spMk id="18" creationId="{54CBFD2C-FC58-42F7-BB91-E1EF5317531C}"/>
          </ac:spMkLst>
        </pc:spChg>
        <pc:spChg chg="del mod">
          <ac:chgData name="Wenbin Zhu" userId="cc00053150d26d9a" providerId="LiveId" clId="{AE86A9C9-B328-4A15-97B1-ED2C61D73B6C}" dt="2020-07-10T17:18:13.183" v="4366" actId="478"/>
          <ac:spMkLst>
            <pc:docMk/>
            <pc:sldMk cId="3319623050" sldId="771"/>
            <ac:spMk id="19" creationId="{284D975E-E682-4DAC-A6EC-E8FCDAC36132}"/>
          </ac:spMkLst>
        </pc:spChg>
        <pc:spChg chg="add mod">
          <ac:chgData name="Wenbin Zhu" userId="cc00053150d26d9a" providerId="LiveId" clId="{AE86A9C9-B328-4A15-97B1-ED2C61D73B6C}" dt="2020-07-10T19:35:02.278" v="5918" actId="14100"/>
          <ac:spMkLst>
            <pc:docMk/>
            <pc:sldMk cId="3319623050" sldId="771"/>
            <ac:spMk id="20" creationId="{2FAA3CC6-C58F-406D-8949-3CC09BEE63CF}"/>
          </ac:spMkLst>
        </pc:spChg>
        <pc:spChg chg="add mod">
          <ac:chgData name="Wenbin Zhu" userId="cc00053150d26d9a" providerId="LiveId" clId="{AE86A9C9-B328-4A15-97B1-ED2C61D73B6C}" dt="2020-07-13T07:58:30.137" v="6386" actId="207"/>
          <ac:spMkLst>
            <pc:docMk/>
            <pc:sldMk cId="3319623050" sldId="771"/>
            <ac:spMk id="21" creationId="{092A0925-26F9-4171-9610-A0B9337E9A9C}"/>
          </ac:spMkLst>
        </pc:spChg>
        <pc:spChg chg="add mod">
          <ac:chgData name="Wenbin Zhu" userId="cc00053150d26d9a" providerId="LiveId" clId="{AE86A9C9-B328-4A15-97B1-ED2C61D73B6C}" dt="2020-07-10T18:59:47.365" v="5412" actId="207"/>
          <ac:spMkLst>
            <pc:docMk/>
            <pc:sldMk cId="3319623050" sldId="771"/>
            <ac:spMk id="22" creationId="{B81DD089-6498-4CE0-91D5-93C7FBDC3661}"/>
          </ac:spMkLst>
        </pc:spChg>
        <pc:spChg chg="del">
          <ac:chgData name="Wenbin Zhu" userId="cc00053150d26d9a" providerId="LiveId" clId="{AE86A9C9-B328-4A15-97B1-ED2C61D73B6C}" dt="2020-07-10T17:17:55.961" v="4361" actId="478"/>
          <ac:spMkLst>
            <pc:docMk/>
            <pc:sldMk cId="3319623050" sldId="771"/>
            <ac:spMk id="23" creationId="{A559598B-7832-4664-9FCE-5CBBBE0A11ED}"/>
          </ac:spMkLst>
        </pc:spChg>
        <pc:spChg chg="del">
          <ac:chgData name="Wenbin Zhu" userId="cc00053150d26d9a" providerId="LiveId" clId="{AE86A9C9-B328-4A15-97B1-ED2C61D73B6C}" dt="2020-07-10T17:18:04.579" v="4364" actId="478"/>
          <ac:spMkLst>
            <pc:docMk/>
            <pc:sldMk cId="3319623050" sldId="771"/>
            <ac:spMk id="24" creationId="{1EDFE62E-5796-4B3C-B1AF-0D1095AAA272}"/>
          </ac:spMkLst>
        </pc:spChg>
        <pc:picChg chg="add del mod modCrop">
          <ac:chgData name="Wenbin Zhu" userId="cc00053150d26d9a" providerId="LiveId" clId="{AE86A9C9-B328-4A15-97B1-ED2C61D73B6C}" dt="2020-07-10T19:34:22.531" v="5910" actId="478"/>
          <ac:picMkLst>
            <pc:docMk/>
            <pc:sldMk cId="3319623050" sldId="771"/>
            <ac:picMk id="9" creationId="{1D656C72-6953-453E-97CE-B1AB1EF30A8A}"/>
          </ac:picMkLst>
        </pc:picChg>
        <pc:picChg chg="add mod">
          <ac:chgData name="Wenbin Zhu" userId="cc00053150d26d9a" providerId="LiveId" clId="{AE86A9C9-B328-4A15-97B1-ED2C61D73B6C}" dt="2020-07-10T19:02:41.092" v="5480" actId="1076"/>
          <ac:picMkLst>
            <pc:docMk/>
            <pc:sldMk cId="3319623050" sldId="771"/>
            <ac:picMk id="12" creationId="{24918510-20A4-4F4D-A574-E5ADD580E7AF}"/>
          </ac:picMkLst>
        </pc:picChg>
        <pc:picChg chg="del">
          <ac:chgData name="Wenbin Zhu" userId="cc00053150d26d9a" providerId="LiveId" clId="{AE86A9C9-B328-4A15-97B1-ED2C61D73B6C}" dt="2020-07-10T17:17:24.402" v="4355" actId="478"/>
          <ac:picMkLst>
            <pc:docMk/>
            <pc:sldMk cId="3319623050" sldId="771"/>
            <ac:picMk id="14" creationId="{CE6E1B07-1C89-468F-B9E5-CA917B24CE36}"/>
          </ac:picMkLst>
        </pc:picChg>
        <pc:picChg chg="add mod">
          <ac:chgData name="Wenbin Zhu" userId="cc00053150d26d9a" providerId="LiveId" clId="{AE86A9C9-B328-4A15-97B1-ED2C61D73B6C}" dt="2020-07-10T19:34:42.883" v="5914" actId="1076"/>
          <ac:picMkLst>
            <pc:docMk/>
            <pc:sldMk cId="3319623050" sldId="771"/>
            <ac:picMk id="16" creationId="{4B2A14B4-084D-486B-B4F4-AD3C0EB48D7A}"/>
          </ac:picMkLst>
        </pc:picChg>
        <pc:picChg chg="del">
          <ac:chgData name="Wenbin Zhu" userId="cc00053150d26d9a" providerId="LiveId" clId="{AE86A9C9-B328-4A15-97B1-ED2C61D73B6C}" dt="2020-07-10T17:17:52.165" v="4360" actId="478"/>
          <ac:picMkLst>
            <pc:docMk/>
            <pc:sldMk cId="3319623050" sldId="771"/>
            <ac:picMk id="17" creationId="{89043B9D-D3F7-4D17-8908-916B60DD5C64}"/>
          </ac:picMkLst>
        </pc:picChg>
      </pc:sldChg>
      <pc:sldChg chg="addSp delSp modSp add mod ord modShow">
        <pc:chgData name="Wenbin Zhu" userId="cc00053150d26d9a" providerId="LiveId" clId="{AE86A9C9-B328-4A15-97B1-ED2C61D73B6C}" dt="2020-07-13T07:56:29" v="6318" actId="1076"/>
        <pc:sldMkLst>
          <pc:docMk/>
          <pc:sldMk cId="1558713012" sldId="772"/>
        </pc:sldMkLst>
        <pc:spChg chg="mod">
          <ac:chgData name="Wenbin Zhu" userId="cc00053150d26d9a" providerId="LiveId" clId="{AE86A9C9-B328-4A15-97B1-ED2C61D73B6C}" dt="2020-07-10T19:03:59.609" v="5489" actId="20577"/>
          <ac:spMkLst>
            <pc:docMk/>
            <pc:sldMk cId="1558713012" sldId="772"/>
            <ac:spMk id="5" creationId="{77ACF617-AA02-41A8-A7D6-BC9BDF0A6FF0}"/>
          </ac:spMkLst>
        </pc:spChg>
        <pc:spChg chg="mod">
          <ac:chgData name="Wenbin Zhu" userId="cc00053150d26d9a" providerId="LiveId" clId="{AE86A9C9-B328-4A15-97B1-ED2C61D73B6C}" dt="2020-07-13T07:56:11.846" v="6316" actId="14100"/>
          <ac:spMkLst>
            <pc:docMk/>
            <pc:sldMk cId="1558713012" sldId="772"/>
            <ac:spMk id="6" creationId="{FAAEB1F1-3492-4574-8D8A-C5F6E5CFDAD9}"/>
          </ac:spMkLst>
        </pc:spChg>
        <pc:spChg chg="mod">
          <ac:chgData name="Wenbin Zhu" userId="cc00053150d26d9a" providerId="LiveId" clId="{AE86A9C9-B328-4A15-97B1-ED2C61D73B6C}" dt="2020-07-13T07:56:22.177" v="6317" actId="1076"/>
          <ac:spMkLst>
            <pc:docMk/>
            <pc:sldMk cId="1558713012" sldId="772"/>
            <ac:spMk id="8" creationId="{9F6F4ACD-95FA-4519-8168-7A4FFAB04FEF}"/>
          </ac:spMkLst>
        </pc:spChg>
        <pc:spChg chg="mod">
          <ac:chgData name="Wenbin Zhu" userId="cc00053150d26d9a" providerId="LiveId" clId="{AE86A9C9-B328-4A15-97B1-ED2C61D73B6C}" dt="2020-07-13T07:56:29" v="6318" actId="1076"/>
          <ac:spMkLst>
            <pc:docMk/>
            <pc:sldMk cId="1558713012" sldId="772"/>
            <ac:spMk id="10" creationId="{06B313D4-5161-475D-BF65-B7CC3E8D7228}"/>
          </ac:spMkLst>
        </pc:spChg>
        <pc:spChg chg="mod">
          <ac:chgData name="Wenbin Zhu" userId="cc00053150d26d9a" providerId="LiveId" clId="{AE86A9C9-B328-4A15-97B1-ED2C61D73B6C}" dt="2020-07-13T07:56:04.944" v="6314" actId="14100"/>
          <ac:spMkLst>
            <pc:docMk/>
            <pc:sldMk cId="1558713012" sldId="772"/>
            <ac:spMk id="15" creationId="{2A9B6EFF-E552-4F24-84B6-A7BD940542E8}"/>
          </ac:spMkLst>
        </pc:spChg>
        <pc:spChg chg="mod">
          <ac:chgData name="Wenbin Zhu" userId="cc00053150d26d9a" providerId="LiveId" clId="{AE86A9C9-B328-4A15-97B1-ED2C61D73B6C}" dt="2020-07-10T17:34:18.240" v="4547" actId="14100"/>
          <ac:spMkLst>
            <pc:docMk/>
            <pc:sldMk cId="1558713012" sldId="772"/>
            <ac:spMk id="18" creationId="{54CBFD2C-FC58-42F7-BB91-E1EF5317531C}"/>
          </ac:spMkLst>
        </pc:spChg>
        <pc:spChg chg="mod">
          <ac:chgData name="Wenbin Zhu" userId="cc00053150d26d9a" providerId="LiveId" clId="{AE86A9C9-B328-4A15-97B1-ED2C61D73B6C}" dt="2020-07-10T17:34:25.804" v="4553"/>
          <ac:spMkLst>
            <pc:docMk/>
            <pc:sldMk cId="1558713012" sldId="772"/>
            <ac:spMk id="19" creationId="{284D975E-E682-4DAC-A6EC-E8FCDAC36132}"/>
          </ac:spMkLst>
        </pc:spChg>
        <pc:spChg chg="mod">
          <ac:chgData name="Wenbin Zhu" userId="cc00053150d26d9a" providerId="LiveId" clId="{AE86A9C9-B328-4A15-97B1-ED2C61D73B6C}" dt="2020-07-13T07:55:19.690" v="6274"/>
          <ac:spMkLst>
            <pc:docMk/>
            <pc:sldMk cId="1558713012" sldId="772"/>
            <ac:spMk id="20" creationId="{3739F996-BD6A-440C-B819-E363A62FB245}"/>
          </ac:spMkLst>
        </pc:spChg>
        <pc:grpChg chg="add mod">
          <ac:chgData name="Wenbin Zhu" userId="cc00053150d26d9a" providerId="LiveId" clId="{AE86A9C9-B328-4A15-97B1-ED2C61D73B6C}" dt="2020-07-13T07:56:07.115" v="6315" actId="1076"/>
          <ac:grpSpMkLst>
            <pc:docMk/>
            <pc:sldMk cId="1558713012" sldId="772"/>
            <ac:grpSpMk id="16" creationId="{6E6860AF-89F5-4DED-9896-FF30FE3F8DF5}"/>
          </ac:grpSpMkLst>
        </pc:grpChg>
        <pc:picChg chg="add mod ord modCrop">
          <ac:chgData name="Wenbin Zhu" userId="cc00053150d26d9a" providerId="LiveId" clId="{AE86A9C9-B328-4A15-97B1-ED2C61D73B6C}" dt="2020-07-10T17:33:35.890" v="4492" actId="732"/>
          <ac:picMkLst>
            <pc:docMk/>
            <pc:sldMk cId="1558713012" sldId="772"/>
            <ac:picMk id="9" creationId="{F0A5C73D-B2EA-4C01-8865-4054415A2B92}"/>
          </ac:picMkLst>
        </pc:picChg>
        <pc:picChg chg="mod">
          <ac:chgData name="Wenbin Zhu" userId="cc00053150d26d9a" providerId="LiveId" clId="{AE86A9C9-B328-4A15-97B1-ED2C61D73B6C}" dt="2020-07-13T07:55:36.039" v="6310" actId="1036"/>
          <ac:picMkLst>
            <pc:docMk/>
            <pc:sldMk cId="1558713012" sldId="772"/>
            <ac:picMk id="14" creationId="{CE6E1B07-1C89-468F-B9E5-CA917B24CE36}"/>
          </ac:picMkLst>
        </pc:picChg>
        <pc:picChg chg="mod">
          <ac:chgData name="Wenbin Zhu" userId="cc00053150d26d9a" providerId="LiveId" clId="{AE86A9C9-B328-4A15-97B1-ED2C61D73B6C}" dt="2020-07-13T07:55:19.690" v="6274"/>
          <ac:picMkLst>
            <pc:docMk/>
            <pc:sldMk cId="1558713012" sldId="772"/>
            <ac:picMk id="17" creationId="{1F775852-917C-432B-8E99-A6497FAF0849}"/>
          </ac:picMkLst>
        </pc:picChg>
        <pc:picChg chg="del">
          <ac:chgData name="Wenbin Zhu" userId="cc00053150d26d9a" providerId="LiveId" clId="{AE86A9C9-B328-4A15-97B1-ED2C61D73B6C}" dt="2020-07-10T17:32:33.912" v="4480" actId="478"/>
          <ac:picMkLst>
            <pc:docMk/>
            <pc:sldMk cId="1558713012" sldId="772"/>
            <ac:picMk id="17" creationId="{89043B9D-D3F7-4D17-8908-916B60DD5C64}"/>
          </ac:picMkLst>
        </pc:picChg>
      </pc:sldChg>
      <pc:sldChg chg="add del mod modShow">
        <pc:chgData name="Wenbin Zhu" userId="cc00053150d26d9a" providerId="LiveId" clId="{AE86A9C9-B328-4A15-97B1-ED2C61D73B6C}" dt="2020-07-10T19:35:58.432" v="5922" actId="47"/>
        <pc:sldMkLst>
          <pc:docMk/>
          <pc:sldMk cId="367490843" sldId="773"/>
        </pc:sldMkLst>
      </pc:sldChg>
      <pc:sldChg chg="addSp delSp modSp add mod delAnim">
        <pc:chgData name="Wenbin Zhu" userId="cc00053150d26d9a" providerId="LiveId" clId="{AE86A9C9-B328-4A15-97B1-ED2C61D73B6C}" dt="2020-07-13T07:57:00.709" v="6332" actId="1035"/>
        <pc:sldMkLst>
          <pc:docMk/>
          <pc:sldMk cId="3315238354" sldId="774"/>
        </pc:sldMkLst>
        <pc:spChg chg="mod">
          <ac:chgData name="Wenbin Zhu" userId="cc00053150d26d9a" providerId="LiveId" clId="{AE86A9C9-B328-4A15-97B1-ED2C61D73B6C}" dt="2020-07-13T07:42:47.122" v="6039" actId="20577"/>
          <ac:spMkLst>
            <pc:docMk/>
            <pc:sldMk cId="3315238354" sldId="774"/>
            <ac:spMk id="5" creationId="{77ACF617-AA02-41A8-A7D6-BC9BDF0A6FF0}"/>
          </ac:spMkLst>
        </pc:spChg>
        <pc:spChg chg="mod">
          <ac:chgData name="Wenbin Zhu" userId="cc00053150d26d9a" providerId="LiveId" clId="{AE86A9C9-B328-4A15-97B1-ED2C61D73B6C}" dt="2020-07-13T07:56:54.907" v="6319" actId="14100"/>
          <ac:spMkLst>
            <pc:docMk/>
            <pc:sldMk cId="3315238354" sldId="774"/>
            <ac:spMk id="6" creationId="{FAAEB1F1-3492-4574-8D8A-C5F6E5CFDAD9}"/>
          </ac:spMkLst>
        </pc:spChg>
        <pc:spChg chg="del">
          <ac:chgData name="Wenbin Zhu" userId="cc00053150d26d9a" providerId="LiveId" clId="{AE86A9C9-B328-4A15-97B1-ED2C61D73B6C}" dt="2020-07-10T18:11:03.183" v="4670" actId="478"/>
          <ac:spMkLst>
            <pc:docMk/>
            <pc:sldMk cId="3315238354" sldId="774"/>
            <ac:spMk id="8" creationId="{9F6F4ACD-95FA-4519-8168-7A4FFAB04FEF}"/>
          </ac:spMkLst>
        </pc:spChg>
        <pc:spChg chg="del">
          <ac:chgData name="Wenbin Zhu" userId="cc00053150d26d9a" providerId="LiveId" clId="{AE86A9C9-B328-4A15-97B1-ED2C61D73B6C}" dt="2020-07-10T18:11:06.730" v="4671" actId="478"/>
          <ac:spMkLst>
            <pc:docMk/>
            <pc:sldMk cId="3315238354" sldId="774"/>
            <ac:spMk id="10" creationId="{06B313D4-5161-475D-BF65-B7CC3E8D7228}"/>
          </ac:spMkLst>
        </pc:spChg>
        <pc:spChg chg="add mod">
          <ac:chgData name="Wenbin Zhu" userId="cc00053150d26d9a" providerId="LiveId" clId="{AE86A9C9-B328-4A15-97B1-ED2C61D73B6C}" dt="2020-07-13T07:52:58.617" v="6134" actId="164"/>
          <ac:spMkLst>
            <pc:docMk/>
            <pc:sldMk cId="3315238354" sldId="774"/>
            <ac:spMk id="10" creationId="{7FE7303A-F851-43AB-B183-C70E6B94F4A3}"/>
          </ac:spMkLst>
        </pc:spChg>
        <pc:spChg chg="del">
          <ac:chgData name="Wenbin Zhu" userId="cc00053150d26d9a" providerId="LiveId" clId="{AE86A9C9-B328-4A15-97B1-ED2C61D73B6C}" dt="2020-07-10T17:44:47.468" v="4560" actId="478"/>
          <ac:spMkLst>
            <pc:docMk/>
            <pc:sldMk cId="3315238354" sldId="774"/>
            <ac:spMk id="15" creationId="{2A9B6EFF-E552-4F24-84B6-A7BD940542E8}"/>
          </ac:spMkLst>
        </pc:spChg>
        <pc:spChg chg="add mod">
          <ac:chgData name="Wenbin Zhu" userId="cc00053150d26d9a" providerId="LiveId" clId="{AE86A9C9-B328-4A15-97B1-ED2C61D73B6C}" dt="2020-07-13T07:55:15.097" v="6272" actId="164"/>
          <ac:spMkLst>
            <pc:docMk/>
            <pc:sldMk cId="3315238354" sldId="774"/>
            <ac:spMk id="17" creationId="{2797EA70-2695-4CD8-B42D-27CF7A1B7CED}"/>
          </ac:spMkLst>
        </pc:spChg>
        <pc:spChg chg="del">
          <ac:chgData name="Wenbin Zhu" userId="cc00053150d26d9a" providerId="LiveId" clId="{AE86A9C9-B328-4A15-97B1-ED2C61D73B6C}" dt="2020-07-10T17:44:42.651" v="4556" actId="478"/>
          <ac:spMkLst>
            <pc:docMk/>
            <pc:sldMk cId="3315238354" sldId="774"/>
            <ac:spMk id="18" creationId="{54CBFD2C-FC58-42F7-BB91-E1EF5317531C}"/>
          </ac:spMkLst>
        </pc:spChg>
        <pc:spChg chg="del">
          <ac:chgData name="Wenbin Zhu" userId="cc00053150d26d9a" providerId="LiveId" clId="{AE86A9C9-B328-4A15-97B1-ED2C61D73B6C}" dt="2020-07-10T18:11:09.930" v="4672" actId="478"/>
          <ac:spMkLst>
            <pc:docMk/>
            <pc:sldMk cId="3315238354" sldId="774"/>
            <ac:spMk id="19" creationId="{284D975E-E682-4DAC-A6EC-E8FCDAC36132}"/>
          </ac:spMkLst>
        </pc:spChg>
        <pc:spChg chg="del">
          <ac:chgData name="Wenbin Zhu" userId="cc00053150d26d9a" providerId="LiveId" clId="{AE86A9C9-B328-4A15-97B1-ED2C61D73B6C}" dt="2020-07-10T17:44:44.014" v="4557" actId="478"/>
          <ac:spMkLst>
            <pc:docMk/>
            <pc:sldMk cId="3315238354" sldId="774"/>
            <ac:spMk id="23" creationId="{A559598B-7832-4664-9FCE-5CBBBE0A11ED}"/>
          </ac:spMkLst>
        </pc:spChg>
        <pc:spChg chg="del">
          <ac:chgData name="Wenbin Zhu" userId="cc00053150d26d9a" providerId="LiveId" clId="{AE86A9C9-B328-4A15-97B1-ED2C61D73B6C}" dt="2020-07-10T17:44:45.095" v="4558" actId="478"/>
          <ac:spMkLst>
            <pc:docMk/>
            <pc:sldMk cId="3315238354" sldId="774"/>
            <ac:spMk id="24" creationId="{1EDFE62E-5796-4B3C-B1AF-0D1095AAA272}"/>
          </ac:spMkLst>
        </pc:spChg>
        <pc:grpChg chg="add mod">
          <ac:chgData name="Wenbin Zhu" userId="cc00053150d26d9a" providerId="LiveId" clId="{AE86A9C9-B328-4A15-97B1-ED2C61D73B6C}" dt="2020-07-13T07:52:58.617" v="6134" actId="164"/>
          <ac:grpSpMkLst>
            <pc:docMk/>
            <pc:sldMk cId="3315238354" sldId="774"/>
            <ac:grpSpMk id="14" creationId="{2FAF0E7D-E622-4D82-82D7-214F865D276F}"/>
          </ac:grpSpMkLst>
        </pc:grpChg>
        <pc:grpChg chg="add del mod">
          <ac:chgData name="Wenbin Zhu" userId="cc00053150d26d9a" providerId="LiveId" clId="{AE86A9C9-B328-4A15-97B1-ED2C61D73B6C}" dt="2020-07-13T07:55:16.578" v="6273" actId="21"/>
          <ac:grpSpMkLst>
            <pc:docMk/>
            <pc:sldMk cId="3315238354" sldId="774"/>
            <ac:grpSpMk id="15" creationId="{0D0B4610-2724-451A-876B-F29044A8BE3E}"/>
          </ac:grpSpMkLst>
        </pc:grpChg>
        <pc:picChg chg="add del">
          <ac:chgData name="Wenbin Zhu" userId="cc00053150d26d9a" providerId="LiveId" clId="{AE86A9C9-B328-4A15-97B1-ED2C61D73B6C}" dt="2020-07-13T07:52:49.018" v="6132" actId="22"/>
          <ac:picMkLst>
            <pc:docMk/>
            <pc:sldMk cId="3315238354" sldId="774"/>
            <ac:picMk id="8" creationId="{2FE6701D-4CF0-488D-AE34-83184FB9D10C}"/>
          </ac:picMkLst>
        </pc:picChg>
        <pc:picChg chg="add mod">
          <ac:chgData name="Wenbin Zhu" userId="cc00053150d26d9a" providerId="LiveId" clId="{AE86A9C9-B328-4A15-97B1-ED2C61D73B6C}" dt="2020-07-13T07:52:58.617" v="6134" actId="164"/>
          <ac:picMkLst>
            <pc:docMk/>
            <pc:sldMk cId="3315238354" sldId="774"/>
            <ac:picMk id="9" creationId="{5EB4F7E3-DB6E-4057-9822-024E95E57754}"/>
          </ac:picMkLst>
        </pc:picChg>
        <pc:picChg chg="add mod">
          <ac:chgData name="Wenbin Zhu" userId="cc00053150d26d9a" providerId="LiveId" clId="{AE86A9C9-B328-4A15-97B1-ED2C61D73B6C}" dt="2020-07-13T07:57:00.709" v="6332" actId="1035"/>
          <ac:picMkLst>
            <pc:docMk/>
            <pc:sldMk cId="3315238354" sldId="774"/>
            <ac:picMk id="12" creationId="{AEFA548F-68D6-4786-A7C4-BCC6725572D1}"/>
          </ac:picMkLst>
        </pc:picChg>
        <pc:picChg chg="add mod">
          <ac:chgData name="Wenbin Zhu" userId="cc00053150d26d9a" providerId="LiveId" clId="{AE86A9C9-B328-4A15-97B1-ED2C61D73B6C}" dt="2020-07-13T07:55:15.097" v="6272" actId="164"/>
          <ac:picMkLst>
            <pc:docMk/>
            <pc:sldMk cId="3315238354" sldId="774"/>
            <ac:picMk id="13" creationId="{79B876B0-01C1-4F9E-8E56-6E2B9299C7C5}"/>
          </ac:picMkLst>
        </pc:picChg>
        <pc:picChg chg="del">
          <ac:chgData name="Wenbin Zhu" userId="cc00053150d26d9a" providerId="LiveId" clId="{AE86A9C9-B328-4A15-97B1-ED2C61D73B6C}" dt="2020-07-10T17:44:46.320" v="4559" actId="478"/>
          <ac:picMkLst>
            <pc:docMk/>
            <pc:sldMk cId="3315238354" sldId="774"/>
            <ac:picMk id="14" creationId="{CE6E1B07-1C89-468F-B9E5-CA917B24CE36}"/>
          </ac:picMkLst>
        </pc:picChg>
        <pc:picChg chg="add mod">
          <ac:chgData name="Wenbin Zhu" userId="cc00053150d26d9a" providerId="LiveId" clId="{AE86A9C9-B328-4A15-97B1-ED2C61D73B6C}" dt="2020-07-13T07:57:00.709" v="6332" actId="1035"/>
          <ac:picMkLst>
            <pc:docMk/>
            <pc:sldMk cId="3315238354" sldId="774"/>
            <ac:picMk id="16" creationId="{158CB771-BEB5-4741-A0A7-CD425C8BBB45}"/>
          </ac:picMkLst>
        </pc:picChg>
        <pc:picChg chg="del">
          <ac:chgData name="Wenbin Zhu" userId="cc00053150d26d9a" providerId="LiveId" clId="{AE86A9C9-B328-4A15-97B1-ED2C61D73B6C}" dt="2020-07-10T17:44:39.958" v="4555" actId="478"/>
          <ac:picMkLst>
            <pc:docMk/>
            <pc:sldMk cId="3315238354" sldId="774"/>
            <ac:picMk id="17" creationId="{89043B9D-D3F7-4D17-8908-916B60DD5C64}"/>
          </ac:picMkLst>
        </pc:picChg>
      </pc:sldChg>
      <pc:sldChg chg="addSp delSp modSp add mod">
        <pc:chgData name="Wenbin Zhu" userId="cc00053150d26d9a" providerId="LiveId" clId="{AE86A9C9-B328-4A15-97B1-ED2C61D73B6C}" dt="2020-07-10T19:20:29.515" v="5670" actId="113"/>
        <pc:sldMkLst>
          <pc:docMk/>
          <pc:sldMk cId="2319898180" sldId="775"/>
        </pc:sldMkLst>
        <pc:spChg chg="add mod">
          <ac:chgData name="Wenbin Zhu" userId="cc00053150d26d9a" providerId="LiveId" clId="{AE86A9C9-B328-4A15-97B1-ED2C61D73B6C}" dt="2020-07-10T19:20:29.515" v="5670" actId="113"/>
          <ac:spMkLst>
            <pc:docMk/>
            <pc:sldMk cId="2319898180" sldId="775"/>
            <ac:spMk id="9" creationId="{5B27B521-30A6-4EDF-98AA-40F50E96EDC5}"/>
          </ac:spMkLst>
        </pc:spChg>
        <pc:spChg chg="del mod">
          <ac:chgData name="Wenbin Zhu" userId="cc00053150d26d9a" providerId="LiveId" clId="{AE86A9C9-B328-4A15-97B1-ED2C61D73B6C}" dt="2020-07-10T19:18:50.151" v="5581" actId="478"/>
          <ac:spMkLst>
            <pc:docMk/>
            <pc:sldMk cId="2319898180" sldId="775"/>
            <ac:spMk id="15" creationId="{4057D252-8BCE-4E99-A339-5854992A6FF4}"/>
          </ac:spMkLst>
        </pc:spChg>
        <pc:spChg chg="mod">
          <ac:chgData name="Wenbin Zhu" userId="cc00053150d26d9a" providerId="LiveId" clId="{AE86A9C9-B328-4A15-97B1-ED2C61D73B6C}" dt="2020-07-10T19:19:17.722" v="5596" actId="20577"/>
          <ac:spMkLst>
            <pc:docMk/>
            <pc:sldMk cId="2319898180" sldId="775"/>
            <ac:spMk id="30" creationId="{E81BA3EC-56F4-4CF0-B991-71E3F1E8C34B}"/>
          </ac:spMkLst>
        </pc:spChg>
        <pc:picChg chg="mod">
          <ac:chgData name="Wenbin Zhu" userId="cc00053150d26d9a" providerId="LiveId" clId="{AE86A9C9-B328-4A15-97B1-ED2C61D73B6C}" dt="2020-07-10T19:19:02.075" v="5582" actId="1076"/>
          <ac:picMkLst>
            <pc:docMk/>
            <pc:sldMk cId="2319898180" sldId="775"/>
            <ac:picMk id="3" creationId="{B780CA4A-68C4-4798-9956-56855CFBADF1}"/>
          </ac:picMkLst>
        </pc:picChg>
        <pc:picChg chg="del">
          <ac:chgData name="Wenbin Zhu" userId="cc00053150d26d9a" providerId="LiveId" clId="{AE86A9C9-B328-4A15-97B1-ED2C61D73B6C}" dt="2020-07-10T19:18:42.437" v="5579" actId="478"/>
          <ac:picMkLst>
            <pc:docMk/>
            <pc:sldMk cId="2319898180" sldId="775"/>
            <ac:picMk id="6" creationId="{3391097B-8464-461E-A110-E4E51244A3BB}"/>
          </ac:picMkLst>
        </pc:picChg>
      </pc:sldChg>
      <pc:sldChg chg="addSp delSp modSp add mod delAnim modAnim">
        <pc:chgData name="Wenbin Zhu" userId="cc00053150d26d9a" providerId="LiveId" clId="{AE86A9C9-B328-4A15-97B1-ED2C61D73B6C}" dt="2020-07-13T08:24:23.279" v="6831"/>
        <pc:sldMkLst>
          <pc:docMk/>
          <pc:sldMk cId="1824726292" sldId="776"/>
        </pc:sldMkLst>
        <pc:spChg chg="del">
          <ac:chgData name="Wenbin Zhu" userId="cc00053150d26d9a" providerId="LiveId" clId="{AE86A9C9-B328-4A15-97B1-ED2C61D73B6C}" dt="2020-07-10T19:26:55.179" v="5674" actId="478"/>
          <ac:spMkLst>
            <pc:docMk/>
            <pc:sldMk cId="1824726292" sldId="776"/>
            <ac:spMk id="12" creationId="{6CD9FBEA-C2EE-4391-B278-087C706DBDB7}"/>
          </ac:spMkLst>
        </pc:spChg>
        <pc:spChg chg="mod">
          <ac:chgData name="Wenbin Zhu" userId="cc00053150d26d9a" providerId="LiveId" clId="{AE86A9C9-B328-4A15-97B1-ED2C61D73B6C}" dt="2020-07-10T19:30:44.189" v="5860" actId="14100"/>
          <ac:spMkLst>
            <pc:docMk/>
            <pc:sldMk cId="1824726292" sldId="776"/>
            <ac:spMk id="13" creationId="{B59F70FC-2550-452E-AE6A-B900B7DAA154}"/>
          </ac:spMkLst>
        </pc:spChg>
        <pc:spChg chg="del">
          <ac:chgData name="Wenbin Zhu" userId="cc00053150d26d9a" providerId="LiveId" clId="{AE86A9C9-B328-4A15-97B1-ED2C61D73B6C}" dt="2020-07-10T19:27:04.225" v="5677" actId="478"/>
          <ac:spMkLst>
            <pc:docMk/>
            <pc:sldMk cId="1824726292" sldId="776"/>
            <ac:spMk id="14" creationId="{50FCD02A-5203-4424-91F0-AE9D35C5E95B}"/>
          </ac:spMkLst>
        </pc:spChg>
        <pc:spChg chg="del mod">
          <ac:chgData name="Wenbin Zhu" userId="cc00053150d26d9a" providerId="LiveId" clId="{AE86A9C9-B328-4A15-97B1-ED2C61D73B6C}" dt="2020-07-10T19:29:00.364" v="5814" actId="478"/>
          <ac:spMkLst>
            <pc:docMk/>
            <pc:sldMk cId="1824726292" sldId="776"/>
            <ac:spMk id="15" creationId="{FD00630A-F9EC-43CD-84B8-B787007FE328}"/>
          </ac:spMkLst>
        </pc:spChg>
        <pc:spChg chg="del mod">
          <ac:chgData name="Wenbin Zhu" userId="cc00053150d26d9a" providerId="LiveId" clId="{AE86A9C9-B328-4A15-97B1-ED2C61D73B6C}" dt="2020-07-10T19:27:01.130" v="5676" actId="478"/>
          <ac:spMkLst>
            <pc:docMk/>
            <pc:sldMk cId="1824726292" sldId="776"/>
            <ac:spMk id="16" creationId="{A334F649-EA8B-4F5D-964A-A316EAB5595F}"/>
          </ac:spMkLst>
        </pc:spChg>
        <pc:spChg chg="del">
          <ac:chgData name="Wenbin Zhu" userId="cc00053150d26d9a" providerId="LiveId" clId="{AE86A9C9-B328-4A15-97B1-ED2C61D73B6C}" dt="2020-07-10T19:26:51.970" v="5673" actId="478"/>
          <ac:spMkLst>
            <pc:docMk/>
            <pc:sldMk cId="1824726292" sldId="776"/>
            <ac:spMk id="18" creationId="{4662237C-E967-4FBC-9DD5-81EFC0FDD8C8}"/>
          </ac:spMkLst>
        </pc:spChg>
        <pc:spChg chg="add mod">
          <ac:chgData name="Wenbin Zhu" userId="cc00053150d26d9a" providerId="LiveId" clId="{AE86A9C9-B328-4A15-97B1-ED2C61D73B6C}" dt="2020-07-10T19:31:22.508" v="5876" actId="14100"/>
          <ac:spMkLst>
            <pc:docMk/>
            <pc:sldMk cId="1824726292" sldId="776"/>
            <ac:spMk id="19" creationId="{85FBA587-890A-4590-B06B-0B582F82F04C}"/>
          </ac:spMkLst>
        </pc:spChg>
        <pc:spChg chg="add mod">
          <ac:chgData name="Wenbin Zhu" userId="cc00053150d26d9a" providerId="LiveId" clId="{AE86A9C9-B328-4A15-97B1-ED2C61D73B6C}" dt="2020-07-10T19:32:13.856" v="5909" actId="14100"/>
          <ac:spMkLst>
            <pc:docMk/>
            <pc:sldMk cId="1824726292" sldId="776"/>
            <ac:spMk id="20" creationId="{D24A0981-E86B-4880-86E2-0569CB2D9047}"/>
          </ac:spMkLst>
        </pc:spChg>
        <pc:spChg chg="mod">
          <ac:chgData name="Wenbin Zhu" userId="cc00053150d26d9a" providerId="LiveId" clId="{AE86A9C9-B328-4A15-97B1-ED2C61D73B6C}" dt="2020-07-13T08:24:23.279" v="6831"/>
          <ac:spMkLst>
            <pc:docMk/>
            <pc:sldMk cId="1824726292" sldId="776"/>
            <ac:spMk id="30" creationId="{E81BA3EC-56F4-4CF0-B991-71E3F1E8C34B}"/>
          </ac:spMkLst>
        </pc:spChg>
        <pc:picChg chg="add mod ord modCrop">
          <ac:chgData name="Wenbin Zhu" userId="cc00053150d26d9a" providerId="LiveId" clId="{AE86A9C9-B328-4A15-97B1-ED2C61D73B6C}" dt="2020-07-10T19:30:09.752" v="5844" actId="1076"/>
          <ac:picMkLst>
            <pc:docMk/>
            <pc:sldMk cId="1824726292" sldId="776"/>
            <ac:picMk id="3" creationId="{F1FAAD2E-9386-49B0-975E-926D87923E50}"/>
          </ac:picMkLst>
        </pc:picChg>
        <pc:picChg chg="del">
          <ac:chgData name="Wenbin Zhu" userId="cc00053150d26d9a" providerId="LiveId" clId="{AE86A9C9-B328-4A15-97B1-ED2C61D73B6C}" dt="2020-07-10T19:26:48.555" v="5672" actId="478"/>
          <ac:picMkLst>
            <pc:docMk/>
            <pc:sldMk cId="1824726292" sldId="776"/>
            <ac:picMk id="17" creationId="{FC65A402-BC81-49B9-BBF8-B394591036A2}"/>
          </ac:picMkLst>
        </pc:picChg>
      </pc:sldChg>
      <pc:sldChg chg="addSp modSp new mod">
        <pc:chgData name="Wenbin Zhu" userId="cc00053150d26d9a" providerId="LiveId" clId="{AE86A9C9-B328-4A15-97B1-ED2C61D73B6C}" dt="2020-07-10T19:49:38.745" v="6034" actId="207"/>
        <pc:sldMkLst>
          <pc:docMk/>
          <pc:sldMk cId="2044137997" sldId="777"/>
        </pc:sldMkLst>
        <pc:spChg chg="mod">
          <ac:chgData name="Wenbin Zhu" userId="cc00053150d26d9a" providerId="LiveId" clId="{AE86A9C9-B328-4A15-97B1-ED2C61D73B6C}" dt="2020-07-10T19:48:55.976" v="5994"/>
          <ac:spMkLst>
            <pc:docMk/>
            <pc:sldMk cId="2044137997" sldId="777"/>
            <ac:spMk id="3" creationId="{DEFD84EF-DB91-40AF-B27D-B581C97A85E5}"/>
          </ac:spMkLst>
        </pc:spChg>
        <pc:spChg chg="add mod">
          <ac:chgData name="Wenbin Zhu" userId="cc00053150d26d9a" providerId="LiveId" clId="{AE86A9C9-B328-4A15-97B1-ED2C61D73B6C}" dt="2020-07-10T19:49:09.249" v="6031"/>
          <ac:spMkLst>
            <pc:docMk/>
            <pc:sldMk cId="2044137997" sldId="777"/>
            <ac:spMk id="5" creationId="{484D8DE4-06FB-4FE0-8323-BE10A78C77E7}"/>
          </ac:spMkLst>
        </pc:spChg>
        <pc:spChg chg="add mod">
          <ac:chgData name="Wenbin Zhu" userId="cc00053150d26d9a" providerId="LiveId" clId="{AE86A9C9-B328-4A15-97B1-ED2C61D73B6C}" dt="2020-07-10T19:49:38.745" v="6034" actId="207"/>
          <ac:spMkLst>
            <pc:docMk/>
            <pc:sldMk cId="2044137997" sldId="777"/>
            <ac:spMk id="7" creationId="{EBFE96A8-9394-429A-B496-07F07B2C8530}"/>
          </ac:spMkLst>
        </pc:spChg>
        <pc:grpChg chg="add mod">
          <ac:chgData name="Wenbin Zhu" userId="cc00053150d26d9a" providerId="LiveId" clId="{AE86A9C9-B328-4A15-97B1-ED2C61D73B6C}" dt="2020-07-10T19:48:55.976" v="5994"/>
          <ac:grpSpMkLst>
            <pc:docMk/>
            <pc:sldMk cId="2044137997" sldId="777"/>
            <ac:grpSpMk id="2" creationId="{2D46B6F6-013C-4136-B8C6-581A3614EA2B}"/>
          </ac:grpSpMkLst>
        </pc:grpChg>
        <pc:cxnChg chg="mod">
          <ac:chgData name="Wenbin Zhu" userId="cc00053150d26d9a" providerId="LiveId" clId="{AE86A9C9-B328-4A15-97B1-ED2C61D73B6C}" dt="2020-07-10T19:48:55.976" v="5994"/>
          <ac:cxnSpMkLst>
            <pc:docMk/>
            <pc:sldMk cId="2044137997" sldId="777"/>
            <ac:cxnSpMk id="4" creationId="{040DAE00-7342-4017-BEDC-E8BF72DED0FD}"/>
          </ac:cxnSpMkLst>
        </pc:cxnChg>
      </pc:sldChg>
      <pc:sldChg chg="addSp delSp modSp add mod delAnim modAnim">
        <pc:chgData name="Wenbin Zhu" userId="cc00053150d26d9a" providerId="LiveId" clId="{AE86A9C9-B328-4A15-97B1-ED2C61D73B6C}" dt="2020-07-13T08:38:03.857" v="7525" actId="207"/>
        <pc:sldMkLst>
          <pc:docMk/>
          <pc:sldMk cId="1948797537" sldId="778"/>
        </pc:sldMkLst>
        <pc:spChg chg="del">
          <ac:chgData name="Wenbin Zhu" userId="cc00053150d26d9a" providerId="LiveId" clId="{AE86A9C9-B328-4A15-97B1-ED2C61D73B6C}" dt="2020-07-13T08:31:41.723" v="7337" actId="478"/>
          <ac:spMkLst>
            <pc:docMk/>
            <pc:sldMk cId="1948797537" sldId="778"/>
            <ac:spMk id="12" creationId="{6CD9FBEA-C2EE-4391-B278-087C706DBDB7}"/>
          </ac:spMkLst>
        </pc:spChg>
        <pc:spChg chg="mod">
          <ac:chgData name="Wenbin Zhu" userId="cc00053150d26d9a" providerId="LiveId" clId="{AE86A9C9-B328-4A15-97B1-ED2C61D73B6C}" dt="2020-07-13T08:35:43.729" v="7397" actId="113"/>
          <ac:spMkLst>
            <pc:docMk/>
            <pc:sldMk cId="1948797537" sldId="778"/>
            <ac:spMk id="13" creationId="{B59F70FC-2550-452E-AE6A-B900B7DAA154}"/>
          </ac:spMkLst>
        </pc:spChg>
        <pc:spChg chg="del">
          <ac:chgData name="Wenbin Zhu" userId="cc00053150d26d9a" providerId="LiveId" clId="{AE86A9C9-B328-4A15-97B1-ED2C61D73B6C}" dt="2020-07-13T08:19:09.621" v="6709" actId="478"/>
          <ac:spMkLst>
            <pc:docMk/>
            <pc:sldMk cId="1948797537" sldId="778"/>
            <ac:spMk id="14" creationId="{50FCD02A-5203-4424-91F0-AE9D35C5E95B}"/>
          </ac:spMkLst>
        </pc:spChg>
        <pc:spChg chg="add mod">
          <ac:chgData name="Wenbin Zhu" userId="cc00053150d26d9a" providerId="LiveId" clId="{AE86A9C9-B328-4A15-97B1-ED2C61D73B6C}" dt="2020-07-13T08:33:21.179" v="7357" actId="14100"/>
          <ac:spMkLst>
            <pc:docMk/>
            <pc:sldMk cId="1948797537" sldId="778"/>
            <ac:spMk id="15" creationId="{F84E2BBC-3633-4C22-A8DB-41C593E7FA42}"/>
          </ac:spMkLst>
        </pc:spChg>
        <pc:spChg chg="del">
          <ac:chgData name="Wenbin Zhu" userId="cc00053150d26d9a" providerId="LiveId" clId="{AE86A9C9-B328-4A15-97B1-ED2C61D73B6C}" dt="2020-07-13T08:31:43.116" v="7338" actId="478"/>
          <ac:spMkLst>
            <pc:docMk/>
            <pc:sldMk cId="1948797537" sldId="778"/>
            <ac:spMk id="16" creationId="{A334F649-EA8B-4F5D-964A-A316EAB5595F}"/>
          </ac:spMkLst>
        </pc:spChg>
        <pc:spChg chg="del">
          <ac:chgData name="Wenbin Zhu" userId="cc00053150d26d9a" providerId="LiveId" clId="{AE86A9C9-B328-4A15-97B1-ED2C61D73B6C}" dt="2020-07-13T08:31:39.337" v="7336" actId="478"/>
          <ac:spMkLst>
            <pc:docMk/>
            <pc:sldMk cId="1948797537" sldId="778"/>
            <ac:spMk id="18" creationId="{4662237C-E967-4FBC-9DD5-81EFC0FDD8C8}"/>
          </ac:spMkLst>
        </pc:spChg>
        <pc:spChg chg="add mod">
          <ac:chgData name="Wenbin Zhu" userId="cc00053150d26d9a" providerId="LiveId" clId="{AE86A9C9-B328-4A15-97B1-ED2C61D73B6C}" dt="2020-07-13T08:38:03.857" v="7525" actId="207"/>
          <ac:spMkLst>
            <pc:docMk/>
            <pc:sldMk cId="1948797537" sldId="778"/>
            <ac:spMk id="19" creationId="{540CF991-312B-4F22-A22E-24BA2DD19C22}"/>
          </ac:spMkLst>
        </pc:spChg>
        <pc:spChg chg="add mod">
          <ac:chgData name="Wenbin Zhu" userId="cc00053150d26d9a" providerId="LiveId" clId="{AE86A9C9-B328-4A15-97B1-ED2C61D73B6C}" dt="2020-07-13T08:37:50.350" v="7523" actId="14100"/>
          <ac:spMkLst>
            <pc:docMk/>
            <pc:sldMk cId="1948797537" sldId="778"/>
            <ac:spMk id="20" creationId="{AE02D204-E795-4C73-8CF8-105FCF3C1FDC}"/>
          </ac:spMkLst>
        </pc:spChg>
        <pc:spChg chg="add mod">
          <ac:chgData name="Wenbin Zhu" userId="cc00053150d26d9a" providerId="LiveId" clId="{AE86A9C9-B328-4A15-97B1-ED2C61D73B6C}" dt="2020-07-13T08:37:03.629" v="7521" actId="14100"/>
          <ac:spMkLst>
            <pc:docMk/>
            <pc:sldMk cId="1948797537" sldId="778"/>
            <ac:spMk id="21" creationId="{F329969A-2253-462A-ACFA-81869F32D7B6}"/>
          </ac:spMkLst>
        </pc:spChg>
        <pc:spChg chg="mod">
          <ac:chgData name="Wenbin Zhu" userId="cc00053150d26d9a" providerId="LiveId" clId="{AE86A9C9-B328-4A15-97B1-ED2C61D73B6C}" dt="2020-07-13T08:25:37.384" v="6924"/>
          <ac:spMkLst>
            <pc:docMk/>
            <pc:sldMk cId="1948797537" sldId="778"/>
            <ac:spMk id="30" creationId="{E81BA3EC-56F4-4CF0-B991-71E3F1E8C34B}"/>
          </ac:spMkLst>
        </pc:spChg>
        <pc:picChg chg="add del mod ord modCrop">
          <ac:chgData name="Wenbin Zhu" userId="cc00053150d26d9a" providerId="LiveId" clId="{AE86A9C9-B328-4A15-97B1-ED2C61D73B6C}" dt="2020-07-13T08:32:33.985" v="7339" actId="478"/>
          <ac:picMkLst>
            <pc:docMk/>
            <pc:sldMk cId="1948797537" sldId="778"/>
            <ac:picMk id="3" creationId="{39E5453D-11E3-4608-AD40-965D449C3AD1}"/>
          </ac:picMkLst>
        </pc:picChg>
        <pc:picChg chg="add mod ord modCrop">
          <ac:chgData name="Wenbin Zhu" userId="cc00053150d26d9a" providerId="LiveId" clId="{AE86A9C9-B328-4A15-97B1-ED2C61D73B6C}" dt="2020-07-13T08:33:11.778" v="7356" actId="1037"/>
          <ac:picMkLst>
            <pc:docMk/>
            <pc:sldMk cId="1948797537" sldId="778"/>
            <ac:picMk id="5" creationId="{3AE4CF6F-056F-4C43-9BBF-DE6AEC94B21C}"/>
          </ac:picMkLst>
        </pc:picChg>
        <pc:picChg chg="add del">
          <ac:chgData name="Wenbin Zhu" userId="cc00053150d26d9a" providerId="LiveId" clId="{AE86A9C9-B328-4A15-97B1-ED2C61D73B6C}" dt="2020-07-13T08:34:02.313" v="7364" actId="22"/>
          <ac:picMkLst>
            <pc:docMk/>
            <pc:sldMk cId="1948797537" sldId="778"/>
            <ac:picMk id="7" creationId="{79A4827C-AE03-4D37-9184-F08E57CBF828}"/>
          </ac:picMkLst>
        </pc:picChg>
        <pc:picChg chg="del">
          <ac:chgData name="Wenbin Zhu" userId="cc00053150d26d9a" providerId="LiveId" clId="{AE86A9C9-B328-4A15-97B1-ED2C61D73B6C}" dt="2020-07-13T08:28:24.669" v="7108" actId="478"/>
          <ac:picMkLst>
            <pc:docMk/>
            <pc:sldMk cId="1948797537" sldId="778"/>
            <ac:picMk id="17" creationId="{FC65A402-BC81-49B9-BBF8-B394591036A2}"/>
          </ac:picMkLst>
        </pc:picChg>
      </pc:sldChg>
      <pc:sldChg chg="addSp delSp modSp add mod delAnim">
        <pc:chgData name="Wenbin Zhu" userId="cc00053150d26d9a" providerId="LiveId" clId="{AE86A9C9-B328-4A15-97B1-ED2C61D73B6C}" dt="2020-07-16T01:32:48.758" v="7845" actId="732"/>
        <pc:sldMkLst>
          <pc:docMk/>
          <pc:sldMk cId="318951304" sldId="779"/>
        </pc:sldMkLst>
        <pc:spChg chg="mod">
          <ac:chgData name="Wenbin Zhu" userId="cc00053150d26d9a" providerId="LiveId" clId="{AE86A9C9-B328-4A15-97B1-ED2C61D73B6C}" dt="2020-07-13T08:41:41.897" v="7611" actId="20577"/>
          <ac:spMkLst>
            <pc:docMk/>
            <pc:sldMk cId="318951304" sldId="779"/>
            <ac:spMk id="15" creationId="{F84E2BBC-3633-4C22-A8DB-41C593E7FA42}"/>
          </ac:spMkLst>
        </pc:spChg>
        <pc:spChg chg="mod">
          <ac:chgData name="Wenbin Zhu" userId="cc00053150d26d9a" providerId="LiveId" clId="{AE86A9C9-B328-4A15-97B1-ED2C61D73B6C}" dt="2020-07-16T01:30:42.850" v="7822" actId="14100"/>
          <ac:spMkLst>
            <pc:docMk/>
            <pc:sldMk cId="318951304" sldId="779"/>
            <ac:spMk id="19" creationId="{540CF991-312B-4F22-A22E-24BA2DD19C22}"/>
          </ac:spMkLst>
        </pc:spChg>
        <pc:spChg chg="mod">
          <ac:chgData name="Wenbin Zhu" userId="cc00053150d26d9a" providerId="LiveId" clId="{AE86A9C9-B328-4A15-97B1-ED2C61D73B6C}" dt="2020-07-13T08:41:17.841" v="7608"/>
          <ac:spMkLst>
            <pc:docMk/>
            <pc:sldMk cId="318951304" sldId="779"/>
            <ac:spMk id="20" creationId="{AE02D204-E795-4C73-8CF8-105FCF3C1FDC}"/>
          </ac:spMkLst>
        </pc:spChg>
        <pc:spChg chg="del mod">
          <ac:chgData name="Wenbin Zhu" userId="cc00053150d26d9a" providerId="LiveId" clId="{AE86A9C9-B328-4A15-97B1-ED2C61D73B6C}" dt="2020-07-13T08:42:50.769" v="7658" actId="478"/>
          <ac:spMkLst>
            <pc:docMk/>
            <pc:sldMk cId="318951304" sldId="779"/>
            <ac:spMk id="21" creationId="{F329969A-2253-462A-ACFA-81869F32D7B6}"/>
          </ac:spMkLst>
        </pc:spChg>
        <pc:spChg chg="mod">
          <ac:chgData name="Wenbin Zhu" userId="cc00053150d26d9a" providerId="LiveId" clId="{AE86A9C9-B328-4A15-97B1-ED2C61D73B6C}" dt="2020-07-13T08:39:01.781" v="7548" actId="20577"/>
          <ac:spMkLst>
            <pc:docMk/>
            <pc:sldMk cId="318951304" sldId="779"/>
            <ac:spMk id="30" creationId="{E81BA3EC-56F4-4CF0-B991-71E3F1E8C34B}"/>
          </ac:spMkLst>
        </pc:spChg>
        <pc:picChg chg="add del">
          <ac:chgData name="Wenbin Zhu" userId="cc00053150d26d9a" providerId="LiveId" clId="{AE86A9C9-B328-4A15-97B1-ED2C61D73B6C}" dt="2020-07-13T08:40:21.329" v="7552" actId="22"/>
          <ac:picMkLst>
            <pc:docMk/>
            <pc:sldMk cId="318951304" sldId="779"/>
            <ac:picMk id="3" creationId="{5FF039FD-1E24-4C70-AF05-EEC1DAEB452B}"/>
          </ac:picMkLst>
        </pc:picChg>
        <pc:picChg chg="add del">
          <ac:chgData name="Wenbin Zhu" userId="cc00053150d26d9a" providerId="LiveId" clId="{AE86A9C9-B328-4A15-97B1-ED2C61D73B6C}" dt="2020-07-13T08:40:34.081" v="7554" actId="478"/>
          <ac:picMkLst>
            <pc:docMk/>
            <pc:sldMk cId="318951304" sldId="779"/>
            <ac:picMk id="5" creationId="{3AE4CF6F-056F-4C43-9BBF-DE6AEC94B21C}"/>
          </ac:picMkLst>
        </pc:picChg>
        <pc:picChg chg="add del mod ord modCrop">
          <ac:chgData name="Wenbin Zhu" userId="cc00053150d26d9a" providerId="LiveId" clId="{AE86A9C9-B328-4A15-97B1-ED2C61D73B6C}" dt="2020-07-16T01:29:15.134" v="7806" actId="478"/>
          <ac:picMkLst>
            <pc:docMk/>
            <pc:sldMk cId="318951304" sldId="779"/>
            <ac:picMk id="6" creationId="{1EC73FEE-BEC1-4645-867B-9C9806434685}"/>
          </ac:picMkLst>
        </pc:picChg>
        <pc:picChg chg="add mod ord modCrop">
          <ac:chgData name="Wenbin Zhu" userId="cc00053150d26d9a" providerId="LiveId" clId="{AE86A9C9-B328-4A15-97B1-ED2C61D73B6C}" dt="2020-07-16T01:32:48.758" v="7845" actId="732"/>
          <ac:picMkLst>
            <pc:docMk/>
            <pc:sldMk cId="318951304" sldId="779"/>
            <ac:picMk id="8" creationId="{F98F926F-501A-4676-82AC-25A390C041A8}"/>
          </ac:picMkLst>
        </pc:picChg>
      </pc:sldChg>
      <pc:sldChg chg="addSp delSp modSp add mod delAnim">
        <pc:chgData name="Wenbin Zhu" userId="cc00053150d26d9a" providerId="LiveId" clId="{AE86A9C9-B328-4A15-97B1-ED2C61D73B6C}" dt="2020-07-24T14:24:48.648" v="8764" actId="207"/>
        <pc:sldMkLst>
          <pc:docMk/>
          <pc:sldMk cId="1125316271" sldId="780"/>
        </pc:sldMkLst>
        <pc:spChg chg="add mod">
          <ac:chgData name="Wenbin Zhu" userId="cc00053150d26d9a" providerId="LiveId" clId="{AE86A9C9-B328-4A15-97B1-ED2C61D73B6C}" dt="2020-07-24T14:24:48.648" v="8764" actId="207"/>
          <ac:spMkLst>
            <pc:docMk/>
            <pc:sldMk cId="1125316271" sldId="780"/>
            <ac:spMk id="11" creationId="{F3C03EE1-72BD-49BD-BB95-4A1FA1ABC573}"/>
          </ac:spMkLst>
        </pc:spChg>
        <pc:spChg chg="del">
          <ac:chgData name="Wenbin Zhu" userId="cc00053150d26d9a" providerId="LiveId" clId="{AE86A9C9-B328-4A15-97B1-ED2C61D73B6C}" dt="2020-07-16T01:32:54.897" v="7846" actId="478"/>
          <ac:spMkLst>
            <pc:docMk/>
            <pc:sldMk cId="1125316271" sldId="780"/>
            <ac:spMk id="13" creationId="{B59F70FC-2550-452E-AE6A-B900B7DAA154}"/>
          </ac:spMkLst>
        </pc:spChg>
        <pc:spChg chg="add mod">
          <ac:chgData name="Wenbin Zhu" userId="cc00053150d26d9a" providerId="LiveId" clId="{AE86A9C9-B328-4A15-97B1-ED2C61D73B6C}" dt="2020-07-16T01:44:02.082" v="8254" actId="1076"/>
          <ac:spMkLst>
            <pc:docMk/>
            <pc:sldMk cId="1125316271" sldId="780"/>
            <ac:spMk id="14" creationId="{408AE585-ECD9-41CE-A04C-B59FF1DA1358}"/>
          </ac:spMkLst>
        </pc:spChg>
        <pc:spChg chg="del">
          <ac:chgData name="Wenbin Zhu" userId="cc00053150d26d9a" providerId="LiveId" clId="{AE86A9C9-B328-4A15-97B1-ED2C61D73B6C}" dt="2020-07-16T01:32:57.838" v="7847" actId="478"/>
          <ac:spMkLst>
            <pc:docMk/>
            <pc:sldMk cId="1125316271" sldId="780"/>
            <ac:spMk id="15" creationId="{F84E2BBC-3633-4C22-A8DB-41C593E7FA42}"/>
          </ac:spMkLst>
        </pc:spChg>
        <pc:spChg chg="del mod">
          <ac:chgData name="Wenbin Zhu" userId="cc00053150d26d9a" providerId="LiveId" clId="{AE86A9C9-B328-4A15-97B1-ED2C61D73B6C}" dt="2020-07-16T01:42:09.596" v="8223" actId="478"/>
          <ac:spMkLst>
            <pc:docMk/>
            <pc:sldMk cId="1125316271" sldId="780"/>
            <ac:spMk id="19" creationId="{540CF991-312B-4F22-A22E-24BA2DD19C22}"/>
          </ac:spMkLst>
        </pc:spChg>
        <pc:spChg chg="del">
          <ac:chgData name="Wenbin Zhu" userId="cc00053150d26d9a" providerId="LiveId" clId="{AE86A9C9-B328-4A15-97B1-ED2C61D73B6C}" dt="2020-07-16T01:33:00.684" v="7848" actId="478"/>
          <ac:spMkLst>
            <pc:docMk/>
            <pc:sldMk cId="1125316271" sldId="780"/>
            <ac:spMk id="20" creationId="{AE02D204-E795-4C73-8CF8-105FCF3C1FDC}"/>
          </ac:spMkLst>
        </pc:spChg>
        <pc:spChg chg="mod">
          <ac:chgData name="Wenbin Zhu" userId="cc00053150d26d9a" providerId="LiveId" clId="{AE86A9C9-B328-4A15-97B1-ED2C61D73B6C}" dt="2020-07-16T01:31:48.397" v="7843"/>
          <ac:spMkLst>
            <pc:docMk/>
            <pc:sldMk cId="1125316271" sldId="780"/>
            <ac:spMk id="30" creationId="{E81BA3EC-56F4-4CF0-B991-71E3F1E8C34B}"/>
          </ac:spMkLst>
        </pc:spChg>
        <pc:picChg chg="add mod">
          <ac:chgData name="Wenbin Zhu" userId="cc00053150d26d9a" providerId="LiveId" clId="{AE86A9C9-B328-4A15-97B1-ED2C61D73B6C}" dt="2020-07-16T01:43:56.765" v="8253" actId="1076"/>
          <ac:picMkLst>
            <pc:docMk/>
            <pc:sldMk cId="1125316271" sldId="780"/>
            <ac:picMk id="4" creationId="{91AC9D0F-F131-4BD4-AB0A-2366F1F35BD3}"/>
          </ac:picMkLst>
        </pc:picChg>
        <pc:picChg chg="mod modCrop">
          <ac:chgData name="Wenbin Zhu" userId="cc00053150d26d9a" providerId="LiveId" clId="{AE86A9C9-B328-4A15-97B1-ED2C61D73B6C}" dt="2020-07-16T01:37:34.096" v="7909" actId="1076"/>
          <ac:picMkLst>
            <pc:docMk/>
            <pc:sldMk cId="1125316271" sldId="780"/>
            <ac:picMk id="8" creationId="{F98F926F-501A-4676-82AC-25A390C041A8}"/>
          </ac:picMkLst>
        </pc:picChg>
      </pc:sldChg>
      <pc:sldChg chg="addSp delSp modSp add mod modAnim">
        <pc:chgData name="Wenbin Zhu" userId="cc00053150d26d9a" providerId="LiveId" clId="{AE86A9C9-B328-4A15-97B1-ED2C61D73B6C}" dt="2020-07-24T14:32:18.581" v="8767"/>
        <pc:sldMkLst>
          <pc:docMk/>
          <pc:sldMk cId="1492034838" sldId="781"/>
        </pc:sldMkLst>
        <pc:spChg chg="del">
          <ac:chgData name="Wenbin Zhu" userId="cc00053150d26d9a" providerId="LiveId" clId="{AE86A9C9-B328-4A15-97B1-ED2C61D73B6C}" dt="2020-07-16T01:45:18.447" v="8285" actId="478"/>
          <ac:spMkLst>
            <pc:docMk/>
            <pc:sldMk cId="1492034838" sldId="781"/>
            <ac:spMk id="11" creationId="{F3C03EE1-72BD-49BD-BB95-4A1FA1ABC573}"/>
          </ac:spMkLst>
        </pc:spChg>
        <pc:spChg chg="add mod">
          <ac:chgData name="Wenbin Zhu" userId="cc00053150d26d9a" providerId="LiveId" clId="{AE86A9C9-B328-4A15-97B1-ED2C61D73B6C}" dt="2020-07-16T01:52:00.935" v="8449" actId="14100"/>
          <ac:spMkLst>
            <pc:docMk/>
            <pc:sldMk cId="1492034838" sldId="781"/>
            <ac:spMk id="12" creationId="{1C5BEF64-0DBF-4992-9CC5-8B8A69E027B8}"/>
          </ac:spMkLst>
        </pc:spChg>
        <pc:spChg chg="add mod">
          <ac:chgData name="Wenbin Zhu" userId="cc00053150d26d9a" providerId="LiveId" clId="{AE86A9C9-B328-4A15-97B1-ED2C61D73B6C}" dt="2020-07-16T01:53:21.692" v="8588"/>
          <ac:spMkLst>
            <pc:docMk/>
            <pc:sldMk cId="1492034838" sldId="781"/>
            <ac:spMk id="13" creationId="{E47B5A9F-CBE0-4364-B172-22AE7486E9E1}"/>
          </ac:spMkLst>
        </pc:spChg>
        <pc:spChg chg="del">
          <ac:chgData name="Wenbin Zhu" userId="cc00053150d26d9a" providerId="LiveId" clId="{AE86A9C9-B328-4A15-97B1-ED2C61D73B6C}" dt="2020-07-16T01:45:21.420" v="8287" actId="478"/>
          <ac:spMkLst>
            <pc:docMk/>
            <pc:sldMk cId="1492034838" sldId="781"/>
            <ac:spMk id="14" creationId="{408AE585-ECD9-41CE-A04C-B59FF1DA1358}"/>
          </ac:spMkLst>
        </pc:spChg>
        <pc:spChg chg="mod">
          <ac:chgData name="Wenbin Zhu" userId="cc00053150d26d9a" providerId="LiveId" clId="{AE86A9C9-B328-4A15-97B1-ED2C61D73B6C}" dt="2020-07-24T14:32:18.581" v="8767"/>
          <ac:spMkLst>
            <pc:docMk/>
            <pc:sldMk cId="1492034838" sldId="781"/>
            <ac:spMk id="30" creationId="{E81BA3EC-56F4-4CF0-B991-71E3F1E8C34B}"/>
          </ac:spMkLst>
        </pc:spChg>
        <pc:picChg chg="add mod modCrop">
          <ac:chgData name="Wenbin Zhu" userId="cc00053150d26d9a" providerId="LiveId" clId="{AE86A9C9-B328-4A15-97B1-ED2C61D73B6C}" dt="2020-07-16T01:53:31.230" v="8589" actId="1076"/>
          <ac:picMkLst>
            <pc:docMk/>
            <pc:sldMk cId="1492034838" sldId="781"/>
            <ac:picMk id="3" creationId="{11EAB217-56B5-46AC-987A-ED929FF3FFAB}"/>
          </ac:picMkLst>
        </pc:picChg>
        <pc:picChg chg="del">
          <ac:chgData name="Wenbin Zhu" userId="cc00053150d26d9a" providerId="LiveId" clId="{AE86A9C9-B328-4A15-97B1-ED2C61D73B6C}" dt="2020-07-16T01:45:19.742" v="8286" actId="478"/>
          <ac:picMkLst>
            <pc:docMk/>
            <pc:sldMk cId="1492034838" sldId="781"/>
            <ac:picMk id="4" creationId="{91AC9D0F-F131-4BD4-AB0A-2366F1F35BD3}"/>
          </ac:picMkLst>
        </pc:picChg>
        <pc:picChg chg="mod modCrop">
          <ac:chgData name="Wenbin Zhu" userId="cc00053150d26d9a" providerId="LiveId" clId="{AE86A9C9-B328-4A15-97B1-ED2C61D73B6C}" dt="2020-07-16T01:50:20.940" v="8313" actId="1076"/>
          <ac:picMkLst>
            <pc:docMk/>
            <pc:sldMk cId="1492034838" sldId="781"/>
            <ac:picMk id="8" creationId="{F98F926F-501A-4676-82AC-25A390C041A8}"/>
          </ac:picMkLst>
        </pc:picChg>
      </pc:sldChg>
      <pc:sldChg chg="addSp delSp modSp add mod modAnim">
        <pc:chgData name="Wenbin Zhu" userId="cc00053150d26d9a" providerId="LiveId" clId="{AE86A9C9-B328-4A15-97B1-ED2C61D73B6C}" dt="2020-07-24T14:56:11.166" v="9841" actId="14100"/>
        <pc:sldMkLst>
          <pc:docMk/>
          <pc:sldMk cId="1324720070" sldId="782"/>
        </pc:sldMkLst>
        <pc:spChg chg="mod">
          <ac:chgData name="Wenbin Zhu" userId="cc00053150d26d9a" providerId="LiveId" clId="{AE86A9C9-B328-4A15-97B1-ED2C61D73B6C}" dt="2020-07-24T14:43:19.321" v="9068" actId="1076"/>
          <ac:spMkLst>
            <pc:docMk/>
            <pc:sldMk cId="1324720070" sldId="782"/>
            <ac:spMk id="12" creationId="{1C5BEF64-0DBF-4992-9CC5-8B8A69E027B8}"/>
          </ac:spMkLst>
        </pc:spChg>
        <pc:spChg chg="mod">
          <ac:chgData name="Wenbin Zhu" userId="cc00053150d26d9a" providerId="LiveId" clId="{AE86A9C9-B328-4A15-97B1-ED2C61D73B6C}" dt="2020-07-24T14:47:41.565" v="9314" actId="14100"/>
          <ac:spMkLst>
            <pc:docMk/>
            <pc:sldMk cId="1324720070" sldId="782"/>
            <ac:spMk id="13" creationId="{E47B5A9F-CBE0-4364-B172-22AE7486E9E1}"/>
          </ac:spMkLst>
        </pc:spChg>
        <pc:spChg chg="add mod">
          <ac:chgData name="Wenbin Zhu" userId="cc00053150d26d9a" providerId="LiveId" clId="{AE86A9C9-B328-4A15-97B1-ED2C61D73B6C}" dt="2020-07-24T14:56:11.166" v="9841" actId="14100"/>
          <ac:spMkLst>
            <pc:docMk/>
            <pc:sldMk cId="1324720070" sldId="782"/>
            <ac:spMk id="14" creationId="{82DE2771-7871-474E-90CD-B93011628977}"/>
          </ac:spMkLst>
        </pc:spChg>
        <pc:spChg chg="add mod">
          <ac:chgData name="Wenbin Zhu" userId="cc00053150d26d9a" providerId="LiveId" clId="{AE86A9C9-B328-4A15-97B1-ED2C61D73B6C}" dt="2020-07-24T14:52:02.343" v="9810" actId="14100"/>
          <ac:spMkLst>
            <pc:docMk/>
            <pc:sldMk cId="1324720070" sldId="782"/>
            <ac:spMk id="15" creationId="{243E40BE-58C0-4CE2-80C3-8D2BB4A96B05}"/>
          </ac:spMkLst>
        </pc:spChg>
        <pc:spChg chg="add mod">
          <ac:chgData name="Wenbin Zhu" userId="cc00053150d26d9a" providerId="LiveId" clId="{AE86A9C9-B328-4A15-97B1-ED2C61D73B6C}" dt="2020-07-24T14:53:21.499" v="9839" actId="1076"/>
          <ac:spMkLst>
            <pc:docMk/>
            <pc:sldMk cId="1324720070" sldId="782"/>
            <ac:spMk id="19" creationId="{F7A37619-91BD-429B-A4AF-85FE96ED2D7A}"/>
          </ac:spMkLst>
        </pc:spChg>
        <pc:spChg chg="mod">
          <ac:chgData name="Wenbin Zhu" userId="cc00053150d26d9a" providerId="LiveId" clId="{AE86A9C9-B328-4A15-97B1-ED2C61D73B6C}" dt="2020-07-24T14:51:01.620" v="9652"/>
          <ac:spMkLst>
            <pc:docMk/>
            <pc:sldMk cId="1324720070" sldId="782"/>
            <ac:spMk id="30" creationId="{E81BA3EC-56F4-4CF0-B991-71E3F1E8C34B}"/>
          </ac:spMkLst>
        </pc:spChg>
        <pc:picChg chg="del">
          <ac:chgData name="Wenbin Zhu" userId="cc00053150d26d9a" providerId="LiveId" clId="{AE86A9C9-B328-4A15-97B1-ED2C61D73B6C}" dt="2020-07-24T14:43:22.931" v="9069" actId="478"/>
          <ac:picMkLst>
            <pc:docMk/>
            <pc:sldMk cId="1324720070" sldId="782"/>
            <ac:picMk id="3" creationId="{11EAB217-56B5-46AC-987A-ED929FF3FFAB}"/>
          </ac:picMkLst>
        </pc:picChg>
        <pc:picChg chg="add mod ord modCrop">
          <ac:chgData name="Wenbin Zhu" userId="cc00053150d26d9a" providerId="LiveId" clId="{AE86A9C9-B328-4A15-97B1-ED2C61D73B6C}" dt="2020-07-24T14:43:12.447" v="9067" actId="1076"/>
          <ac:picMkLst>
            <pc:docMk/>
            <pc:sldMk cId="1324720070" sldId="782"/>
            <ac:picMk id="4" creationId="{C4FA3A6D-7BB7-4F87-A272-053F2CEFF879}"/>
          </ac:picMkLst>
        </pc:picChg>
        <pc:picChg chg="add mod ord modCrop">
          <ac:chgData name="Wenbin Zhu" userId="cc00053150d26d9a" providerId="LiveId" clId="{AE86A9C9-B328-4A15-97B1-ED2C61D73B6C}" dt="2020-07-24T14:48:14.609" v="9327" actId="1035"/>
          <ac:picMkLst>
            <pc:docMk/>
            <pc:sldMk cId="1324720070" sldId="782"/>
            <ac:picMk id="6" creationId="{1E57EB27-74CC-4F92-ADD9-1EB5DA1D980D}"/>
          </ac:picMkLst>
        </pc:picChg>
        <pc:picChg chg="del">
          <ac:chgData name="Wenbin Zhu" userId="cc00053150d26d9a" providerId="LiveId" clId="{AE86A9C9-B328-4A15-97B1-ED2C61D73B6C}" dt="2020-07-24T14:38:27.808" v="8810" actId="478"/>
          <ac:picMkLst>
            <pc:docMk/>
            <pc:sldMk cId="1324720070" sldId="782"/>
            <ac:picMk id="8" creationId="{F98F926F-501A-4676-82AC-25A390C041A8}"/>
          </ac:picMkLst>
        </pc:picChg>
        <pc:picChg chg="add mod">
          <ac:chgData name="Wenbin Zhu" userId="cc00053150d26d9a" providerId="LiveId" clId="{AE86A9C9-B328-4A15-97B1-ED2C61D73B6C}" dt="2020-07-24T14:52:35.237" v="9812" actId="1076"/>
          <ac:picMkLst>
            <pc:docMk/>
            <pc:sldMk cId="1324720070" sldId="782"/>
            <ac:picMk id="9" creationId="{34C2E89F-023E-4A89-874C-2AABB65409F0}"/>
          </ac:picMkLst>
        </pc:picChg>
      </pc:sldChg>
    </pc:docChg>
  </pc:docChgLst>
  <pc:docChgLst>
    <pc:chgData name="Wenbin Zhu" userId="cc00053150d26d9a" providerId="LiveId" clId="{CACE5F12-CE24-480D-A221-BE88B4B51A41}"/>
    <pc:docChg chg="undo custSel addSld delSld modSld addSection delSection modSection">
      <pc:chgData name="Wenbin Zhu" userId="cc00053150d26d9a" providerId="LiveId" clId="{CACE5F12-CE24-480D-A221-BE88B4B51A41}" dt="2020-07-24T14:59:58.931" v="131" actId="20577"/>
      <pc:docMkLst>
        <pc:docMk/>
      </pc:docMkLst>
      <pc:sldChg chg="del">
        <pc:chgData name="Wenbin Zhu" userId="cc00053150d26d9a" providerId="LiveId" clId="{CACE5F12-CE24-480D-A221-BE88B4B51A41}" dt="2020-07-24T14:59:06.096" v="106" actId="47"/>
        <pc:sldMkLst>
          <pc:docMk/>
          <pc:sldMk cId="1666793639" sldId="256"/>
        </pc:sldMkLst>
      </pc:sldChg>
      <pc:sldChg chg="del">
        <pc:chgData name="Wenbin Zhu" userId="cc00053150d26d9a" providerId="LiveId" clId="{CACE5F12-CE24-480D-A221-BE88B4B51A41}" dt="2020-07-24T14:59:04.407" v="103" actId="47"/>
        <pc:sldMkLst>
          <pc:docMk/>
          <pc:sldMk cId="1315505821" sldId="257"/>
        </pc:sldMkLst>
      </pc:sldChg>
      <pc:sldChg chg="add del">
        <pc:chgData name="Wenbin Zhu" userId="cc00053150d26d9a" providerId="LiveId" clId="{CACE5F12-CE24-480D-A221-BE88B4B51A41}" dt="2020-07-24T14:59:44.838" v="125" actId="47"/>
        <pc:sldMkLst>
          <pc:docMk/>
          <pc:sldMk cId="2534861272" sldId="258"/>
        </pc:sldMkLst>
      </pc:sldChg>
      <pc:sldChg chg="del">
        <pc:chgData name="Wenbin Zhu" userId="cc00053150d26d9a" providerId="LiveId" clId="{CACE5F12-CE24-480D-A221-BE88B4B51A41}" dt="2020-07-24T14:59:05.507" v="105" actId="47"/>
        <pc:sldMkLst>
          <pc:docMk/>
          <pc:sldMk cId="448351329" sldId="259"/>
        </pc:sldMkLst>
      </pc:sldChg>
      <pc:sldChg chg="modSp mod">
        <pc:chgData name="Wenbin Zhu" userId="cc00053150d26d9a" providerId="LiveId" clId="{CACE5F12-CE24-480D-A221-BE88B4B51A41}" dt="2020-07-24T14:59:58.931" v="131" actId="20577"/>
        <pc:sldMkLst>
          <pc:docMk/>
          <pc:sldMk cId="3953769591" sldId="308"/>
        </pc:sldMkLst>
        <pc:spChg chg="mod">
          <ac:chgData name="Wenbin Zhu" userId="cc00053150d26d9a" providerId="LiveId" clId="{CACE5F12-CE24-480D-A221-BE88B4B51A41}" dt="2020-07-24T14:59:58.931" v="131" actId="20577"/>
          <ac:spMkLst>
            <pc:docMk/>
            <pc:sldMk cId="3953769591" sldId="308"/>
            <ac:spMk id="25" creationId="{C2FD5A4B-B65F-434B-99B7-A7B6FE06CBC9}"/>
          </ac:spMkLst>
        </pc:spChg>
      </pc:sldChg>
      <pc:sldChg chg="del">
        <pc:chgData name="Wenbin Zhu" userId="cc00053150d26d9a" providerId="LiveId" clId="{CACE5F12-CE24-480D-A221-BE88B4B51A41}" dt="2020-07-24T14:57:36.583" v="0" actId="47"/>
        <pc:sldMkLst>
          <pc:docMk/>
          <pc:sldMk cId="2163794241" sldId="362"/>
        </pc:sldMkLst>
      </pc:sldChg>
      <pc:sldChg chg="del">
        <pc:chgData name="Wenbin Zhu" userId="cc00053150d26d9a" providerId="LiveId" clId="{CACE5F12-CE24-480D-A221-BE88B4B51A41}" dt="2020-07-24T14:59:04.978" v="104" actId="47"/>
        <pc:sldMkLst>
          <pc:docMk/>
          <pc:sldMk cId="1014456884" sldId="374"/>
        </pc:sldMkLst>
      </pc:sldChg>
      <pc:sldChg chg="del">
        <pc:chgData name="Wenbin Zhu" userId="cc00053150d26d9a" providerId="LiveId" clId="{CACE5F12-CE24-480D-A221-BE88B4B51A41}" dt="2020-07-24T14:58:43.414" v="71" actId="47"/>
        <pc:sldMkLst>
          <pc:docMk/>
          <pc:sldMk cId="3916231311" sldId="376"/>
        </pc:sldMkLst>
      </pc:sldChg>
      <pc:sldChg chg="del">
        <pc:chgData name="Wenbin Zhu" userId="cc00053150d26d9a" providerId="LiveId" clId="{CACE5F12-CE24-480D-A221-BE88B4B51A41}" dt="2020-07-24T14:58:27.025" v="34" actId="47"/>
        <pc:sldMkLst>
          <pc:docMk/>
          <pc:sldMk cId="783766055" sldId="387"/>
        </pc:sldMkLst>
      </pc:sldChg>
      <pc:sldChg chg="del">
        <pc:chgData name="Wenbin Zhu" userId="cc00053150d26d9a" providerId="LiveId" clId="{CACE5F12-CE24-480D-A221-BE88B4B51A41}" dt="2020-07-24T14:58:27.240" v="35" actId="47"/>
        <pc:sldMkLst>
          <pc:docMk/>
          <pc:sldMk cId="2820755463" sldId="389"/>
        </pc:sldMkLst>
      </pc:sldChg>
      <pc:sldChg chg="del">
        <pc:chgData name="Wenbin Zhu" userId="cc00053150d26d9a" providerId="LiveId" clId="{CACE5F12-CE24-480D-A221-BE88B4B51A41}" dt="2020-07-24T14:58:27.482" v="36" actId="47"/>
        <pc:sldMkLst>
          <pc:docMk/>
          <pc:sldMk cId="469092774" sldId="391"/>
        </pc:sldMkLst>
      </pc:sldChg>
      <pc:sldChg chg="del">
        <pc:chgData name="Wenbin Zhu" userId="cc00053150d26d9a" providerId="LiveId" clId="{CACE5F12-CE24-480D-A221-BE88B4B51A41}" dt="2020-07-24T14:58:27.678" v="37" actId="47"/>
        <pc:sldMkLst>
          <pc:docMk/>
          <pc:sldMk cId="1779664229" sldId="393"/>
        </pc:sldMkLst>
      </pc:sldChg>
      <pc:sldChg chg="del">
        <pc:chgData name="Wenbin Zhu" userId="cc00053150d26d9a" providerId="LiveId" clId="{CACE5F12-CE24-480D-A221-BE88B4B51A41}" dt="2020-07-24T14:58:33.586" v="54" actId="47"/>
        <pc:sldMkLst>
          <pc:docMk/>
          <pc:sldMk cId="2125390704" sldId="400"/>
        </pc:sldMkLst>
      </pc:sldChg>
      <pc:sldChg chg="del">
        <pc:chgData name="Wenbin Zhu" userId="cc00053150d26d9a" providerId="LiveId" clId="{CACE5F12-CE24-480D-A221-BE88B4B51A41}" dt="2020-07-24T14:58:34.181" v="55" actId="47"/>
        <pc:sldMkLst>
          <pc:docMk/>
          <pc:sldMk cId="1024609202" sldId="401"/>
        </pc:sldMkLst>
      </pc:sldChg>
      <pc:sldChg chg="del">
        <pc:chgData name="Wenbin Zhu" userId="cc00053150d26d9a" providerId="LiveId" clId="{CACE5F12-CE24-480D-A221-BE88B4B51A41}" dt="2020-07-24T14:58:34.752" v="56" actId="47"/>
        <pc:sldMkLst>
          <pc:docMk/>
          <pc:sldMk cId="3416923353" sldId="402"/>
        </pc:sldMkLst>
      </pc:sldChg>
      <pc:sldChg chg="del">
        <pc:chgData name="Wenbin Zhu" userId="cc00053150d26d9a" providerId="LiveId" clId="{CACE5F12-CE24-480D-A221-BE88B4B51A41}" dt="2020-07-24T14:58:35.167" v="57" actId="47"/>
        <pc:sldMkLst>
          <pc:docMk/>
          <pc:sldMk cId="2354716339" sldId="403"/>
        </pc:sldMkLst>
      </pc:sldChg>
      <pc:sldChg chg="del">
        <pc:chgData name="Wenbin Zhu" userId="cc00053150d26d9a" providerId="LiveId" clId="{CACE5F12-CE24-480D-A221-BE88B4B51A41}" dt="2020-07-24T14:58:28.662" v="42" actId="47"/>
        <pc:sldMkLst>
          <pc:docMk/>
          <pc:sldMk cId="411173150" sldId="406"/>
        </pc:sldMkLst>
      </pc:sldChg>
      <pc:sldChg chg="del">
        <pc:chgData name="Wenbin Zhu" userId="cc00053150d26d9a" providerId="LiveId" clId="{CACE5F12-CE24-480D-A221-BE88B4B51A41}" dt="2020-07-24T14:58:28.431" v="41" actId="47"/>
        <pc:sldMkLst>
          <pc:docMk/>
          <pc:sldMk cId="3564032262" sldId="407"/>
        </pc:sldMkLst>
      </pc:sldChg>
      <pc:sldChg chg="del">
        <pc:chgData name="Wenbin Zhu" userId="cc00053150d26d9a" providerId="LiveId" clId="{CACE5F12-CE24-480D-A221-BE88B4B51A41}" dt="2020-07-24T14:58:28.855" v="43" actId="47"/>
        <pc:sldMkLst>
          <pc:docMk/>
          <pc:sldMk cId="2243138694" sldId="408"/>
        </pc:sldMkLst>
      </pc:sldChg>
      <pc:sldChg chg="del">
        <pc:chgData name="Wenbin Zhu" userId="cc00053150d26d9a" providerId="LiveId" clId="{CACE5F12-CE24-480D-A221-BE88B4B51A41}" dt="2020-07-24T14:58:35.777" v="58" actId="47"/>
        <pc:sldMkLst>
          <pc:docMk/>
          <pc:sldMk cId="4031436876" sldId="410"/>
        </pc:sldMkLst>
      </pc:sldChg>
      <pc:sldChg chg="del">
        <pc:chgData name="Wenbin Zhu" userId="cc00053150d26d9a" providerId="LiveId" clId="{CACE5F12-CE24-480D-A221-BE88B4B51A41}" dt="2020-07-24T14:58:29.057" v="44" actId="47"/>
        <pc:sldMkLst>
          <pc:docMk/>
          <pc:sldMk cId="1500846492" sldId="411"/>
        </pc:sldMkLst>
      </pc:sldChg>
      <pc:sldChg chg="del">
        <pc:chgData name="Wenbin Zhu" userId="cc00053150d26d9a" providerId="LiveId" clId="{CACE5F12-CE24-480D-A221-BE88B4B51A41}" dt="2020-07-24T14:58:29.454" v="45" actId="47"/>
        <pc:sldMkLst>
          <pc:docMk/>
          <pc:sldMk cId="2394047655" sldId="414"/>
        </pc:sldMkLst>
      </pc:sldChg>
      <pc:sldChg chg="del">
        <pc:chgData name="Wenbin Zhu" userId="cc00053150d26d9a" providerId="LiveId" clId="{CACE5F12-CE24-480D-A221-BE88B4B51A41}" dt="2020-07-24T14:58:29.686" v="47" actId="47"/>
        <pc:sldMkLst>
          <pc:docMk/>
          <pc:sldMk cId="3885329973" sldId="419"/>
        </pc:sldMkLst>
      </pc:sldChg>
      <pc:sldChg chg="del">
        <pc:chgData name="Wenbin Zhu" userId="cc00053150d26d9a" providerId="LiveId" clId="{CACE5F12-CE24-480D-A221-BE88B4B51A41}" dt="2020-07-24T14:58:44.701" v="73" actId="47"/>
        <pc:sldMkLst>
          <pc:docMk/>
          <pc:sldMk cId="290472448" sldId="421"/>
        </pc:sldMkLst>
      </pc:sldChg>
      <pc:sldChg chg="del">
        <pc:chgData name="Wenbin Zhu" userId="cc00053150d26d9a" providerId="LiveId" clId="{CACE5F12-CE24-480D-A221-BE88B4B51A41}" dt="2020-07-24T14:58:45.281" v="74" actId="47"/>
        <pc:sldMkLst>
          <pc:docMk/>
          <pc:sldMk cId="1412728155" sldId="422"/>
        </pc:sldMkLst>
      </pc:sldChg>
      <pc:sldChg chg="del">
        <pc:chgData name="Wenbin Zhu" userId="cc00053150d26d9a" providerId="LiveId" clId="{CACE5F12-CE24-480D-A221-BE88B4B51A41}" dt="2020-07-24T14:58:45.892" v="75" actId="47"/>
        <pc:sldMkLst>
          <pc:docMk/>
          <pc:sldMk cId="3872565170" sldId="423"/>
        </pc:sldMkLst>
      </pc:sldChg>
      <pc:sldChg chg="del">
        <pc:chgData name="Wenbin Zhu" userId="cc00053150d26d9a" providerId="LiveId" clId="{CACE5F12-CE24-480D-A221-BE88B4B51A41}" dt="2020-07-24T14:58:44.006" v="72" actId="47"/>
        <pc:sldMkLst>
          <pc:docMk/>
          <pc:sldMk cId="3987392637" sldId="424"/>
        </pc:sldMkLst>
      </pc:sldChg>
      <pc:sldChg chg="del">
        <pc:chgData name="Wenbin Zhu" userId="cc00053150d26d9a" providerId="LiveId" clId="{CACE5F12-CE24-480D-A221-BE88B4B51A41}" dt="2020-07-24T14:58:25.249" v="31" actId="47"/>
        <pc:sldMkLst>
          <pc:docMk/>
          <pc:sldMk cId="2547185104" sldId="427"/>
        </pc:sldMkLst>
      </pc:sldChg>
      <pc:sldChg chg="del">
        <pc:chgData name="Wenbin Zhu" userId="cc00053150d26d9a" providerId="LiveId" clId="{CACE5F12-CE24-480D-A221-BE88B4B51A41}" dt="2020-07-24T14:58:26.193" v="32" actId="47"/>
        <pc:sldMkLst>
          <pc:docMk/>
          <pc:sldMk cId="2365398377" sldId="430"/>
        </pc:sldMkLst>
      </pc:sldChg>
      <pc:sldChg chg="del">
        <pc:chgData name="Wenbin Zhu" userId="cc00053150d26d9a" providerId="LiveId" clId="{CACE5F12-CE24-480D-A221-BE88B4B51A41}" dt="2020-07-24T14:58:26.727" v="33" actId="47"/>
        <pc:sldMkLst>
          <pc:docMk/>
          <pc:sldMk cId="881617069" sldId="431"/>
        </pc:sldMkLst>
      </pc:sldChg>
      <pc:sldChg chg="del">
        <pc:chgData name="Wenbin Zhu" userId="cc00053150d26d9a" providerId="LiveId" clId="{CACE5F12-CE24-480D-A221-BE88B4B51A41}" dt="2020-07-24T14:58:30.970" v="52" actId="47"/>
        <pc:sldMkLst>
          <pc:docMk/>
          <pc:sldMk cId="2035601490" sldId="433"/>
        </pc:sldMkLst>
      </pc:sldChg>
      <pc:sldChg chg="del">
        <pc:chgData name="Wenbin Zhu" userId="cc00053150d26d9a" providerId="LiveId" clId="{CACE5F12-CE24-480D-A221-BE88B4B51A41}" dt="2020-07-24T14:58:29.928" v="48" actId="47"/>
        <pc:sldMkLst>
          <pc:docMk/>
          <pc:sldMk cId="4002860641" sldId="435"/>
        </pc:sldMkLst>
      </pc:sldChg>
      <pc:sldChg chg="del">
        <pc:chgData name="Wenbin Zhu" userId="cc00053150d26d9a" providerId="LiveId" clId="{CACE5F12-CE24-480D-A221-BE88B4B51A41}" dt="2020-07-24T14:58:30.692" v="51" actId="47"/>
        <pc:sldMkLst>
          <pc:docMk/>
          <pc:sldMk cId="3711532094" sldId="436"/>
        </pc:sldMkLst>
      </pc:sldChg>
      <pc:sldChg chg="del">
        <pc:chgData name="Wenbin Zhu" userId="cc00053150d26d9a" providerId="LiveId" clId="{CACE5F12-CE24-480D-A221-BE88B4B51A41}" dt="2020-07-24T14:58:30.152" v="49" actId="47"/>
        <pc:sldMkLst>
          <pc:docMk/>
          <pc:sldMk cId="30871065" sldId="437"/>
        </pc:sldMkLst>
      </pc:sldChg>
      <pc:sldChg chg="del">
        <pc:chgData name="Wenbin Zhu" userId="cc00053150d26d9a" providerId="LiveId" clId="{CACE5F12-CE24-480D-A221-BE88B4B51A41}" dt="2020-07-24T14:58:30.416" v="50" actId="47"/>
        <pc:sldMkLst>
          <pc:docMk/>
          <pc:sldMk cId="3341644595" sldId="438"/>
        </pc:sldMkLst>
      </pc:sldChg>
      <pc:sldChg chg="del">
        <pc:chgData name="Wenbin Zhu" userId="cc00053150d26d9a" providerId="LiveId" clId="{CACE5F12-CE24-480D-A221-BE88B4B51A41}" dt="2020-07-24T14:58:37.053" v="60" actId="47"/>
        <pc:sldMkLst>
          <pc:docMk/>
          <pc:sldMk cId="3443010970" sldId="441"/>
        </pc:sldMkLst>
      </pc:sldChg>
      <pc:sldChg chg="del">
        <pc:chgData name="Wenbin Zhu" userId="cc00053150d26d9a" providerId="LiveId" clId="{CACE5F12-CE24-480D-A221-BE88B4B51A41}" dt="2020-07-24T14:58:36.410" v="59" actId="47"/>
        <pc:sldMkLst>
          <pc:docMk/>
          <pc:sldMk cId="2576759098" sldId="442"/>
        </pc:sldMkLst>
      </pc:sldChg>
      <pc:sldChg chg="del">
        <pc:chgData name="Wenbin Zhu" userId="cc00053150d26d9a" providerId="LiveId" clId="{CACE5F12-CE24-480D-A221-BE88B4B51A41}" dt="2020-07-24T14:58:37.610" v="61" actId="47"/>
        <pc:sldMkLst>
          <pc:docMk/>
          <pc:sldMk cId="3671568105" sldId="443"/>
        </pc:sldMkLst>
      </pc:sldChg>
      <pc:sldChg chg="del">
        <pc:chgData name="Wenbin Zhu" userId="cc00053150d26d9a" providerId="LiveId" clId="{CACE5F12-CE24-480D-A221-BE88B4B51A41}" dt="2020-07-24T14:58:38.204" v="62" actId="47"/>
        <pc:sldMkLst>
          <pc:docMk/>
          <pc:sldMk cId="744823964" sldId="445"/>
        </pc:sldMkLst>
      </pc:sldChg>
      <pc:sldChg chg="del">
        <pc:chgData name="Wenbin Zhu" userId="cc00053150d26d9a" providerId="LiveId" clId="{CACE5F12-CE24-480D-A221-BE88B4B51A41}" dt="2020-07-24T14:58:38.815" v="63" actId="47"/>
        <pc:sldMkLst>
          <pc:docMk/>
          <pc:sldMk cId="2411571524" sldId="447"/>
        </pc:sldMkLst>
      </pc:sldChg>
      <pc:sldChg chg="del">
        <pc:chgData name="Wenbin Zhu" userId="cc00053150d26d9a" providerId="LiveId" clId="{CACE5F12-CE24-480D-A221-BE88B4B51A41}" dt="2020-07-24T14:58:39.951" v="65" actId="47"/>
        <pc:sldMkLst>
          <pc:docMk/>
          <pc:sldMk cId="962452127" sldId="448"/>
        </pc:sldMkLst>
      </pc:sldChg>
      <pc:sldChg chg="del">
        <pc:chgData name="Wenbin Zhu" userId="cc00053150d26d9a" providerId="LiveId" clId="{CACE5F12-CE24-480D-A221-BE88B4B51A41}" dt="2020-07-24T14:58:39.395" v="64" actId="47"/>
        <pc:sldMkLst>
          <pc:docMk/>
          <pc:sldMk cId="733781998" sldId="449"/>
        </pc:sldMkLst>
      </pc:sldChg>
      <pc:sldChg chg="del">
        <pc:chgData name="Wenbin Zhu" userId="cc00053150d26d9a" providerId="LiveId" clId="{CACE5F12-CE24-480D-A221-BE88B4B51A41}" dt="2020-07-24T14:59:03.233" v="101" actId="47"/>
        <pc:sldMkLst>
          <pc:docMk/>
          <pc:sldMk cId="3775999565" sldId="451"/>
        </pc:sldMkLst>
      </pc:sldChg>
      <pc:sldChg chg="del">
        <pc:chgData name="Wenbin Zhu" userId="cc00053150d26d9a" providerId="LiveId" clId="{CACE5F12-CE24-480D-A221-BE88B4B51A41}" dt="2020-07-24T14:58:40.502" v="66" actId="47"/>
        <pc:sldMkLst>
          <pc:docMk/>
          <pc:sldMk cId="733531598" sldId="452"/>
        </pc:sldMkLst>
      </pc:sldChg>
      <pc:sldChg chg="del">
        <pc:chgData name="Wenbin Zhu" userId="cc00053150d26d9a" providerId="LiveId" clId="{CACE5F12-CE24-480D-A221-BE88B4B51A41}" dt="2020-07-24T14:58:41.063" v="67" actId="47"/>
        <pc:sldMkLst>
          <pc:docMk/>
          <pc:sldMk cId="1100890814" sldId="454"/>
        </pc:sldMkLst>
      </pc:sldChg>
      <pc:sldChg chg="del">
        <pc:chgData name="Wenbin Zhu" userId="cc00053150d26d9a" providerId="LiveId" clId="{CACE5F12-CE24-480D-A221-BE88B4B51A41}" dt="2020-07-24T14:58:41.659" v="68" actId="47"/>
        <pc:sldMkLst>
          <pc:docMk/>
          <pc:sldMk cId="1907973578" sldId="455"/>
        </pc:sldMkLst>
      </pc:sldChg>
      <pc:sldChg chg="del">
        <pc:chgData name="Wenbin Zhu" userId="cc00053150d26d9a" providerId="LiveId" clId="{CACE5F12-CE24-480D-A221-BE88B4B51A41}" dt="2020-07-24T14:58:42.219" v="69" actId="47"/>
        <pc:sldMkLst>
          <pc:docMk/>
          <pc:sldMk cId="1407712724" sldId="457"/>
        </pc:sldMkLst>
      </pc:sldChg>
      <pc:sldChg chg="del">
        <pc:chgData name="Wenbin Zhu" userId="cc00053150d26d9a" providerId="LiveId" clId="{CACE5F12-CE24-480D-A221-BE88B4B51A41}" dt="2020-07-24T14:58:42.842" v="70" actId="47"/>
        <pc:sldMkLst>
          <pc:docMk/>
          <pc:sldMk cId="3921420487" sldId="459"/>
        </pc:sldMkLst>
      </pc:sldChg>
      <pc:sldChg chg="del">
        <pc:chgData name="Wenbin Zhu" userId="cc00053150d26d9a" providerId="LiveId" clId="{CACE5F12-CE24-480D-A221-BE88B4B51A41}" dt="2020-07-24T14:59:03.826" v="102" actId="47"/>
        <pc:sldMkLst>
          <pc:docMk/>
          <pc:sldMk cId="1821148068" sldId="460"/>
        </pc:sldMkLst>
      </pc:sldChg>
      <pc:sldChg chg="del">
        <pc:chgData name="Wenbin Zhu" userId="cc00053150d26d9a" providerId="LiveId" clId="{CACE5F12-CE24-480D-A221-BE88B4B51A41}" dt="2020-07-24T14:58:29.482" v="46" actId="47"/>
        <pc:sldMkLst>
          <pc:docMk/>
          <pc:sldMk cId="4237664802" sldId="461"/>
        </pc:sldMkLst>
      </pc:sldChg>
      <pc:sldChg chg="del">
        <pc:chgData name="Wenbin Zhu" userId="cc00053150d26d9a" providerId="LiveId" clId="{CACE5F12-CE24-480D-A221-BE88B4B51A41}" dt="2020-07-24T14:58:28.265" v="40" actId="47"/>
        <pc:sldMkLst>
          <pc:docMk/>
          <pc:sldMk cId="1187089366" sldId="462"/>
        </pc:sldMkLst>
      </pc:sldChg>
      <pc:sldChg chg="del">
        <pc:chgData name="Wenbin Zhu" userId="cc00053150d26d9a" providerId="LiveId" clId="{CACE5F12-CE24-480D-A221-BE88B4B51A41}" dt="2020-07-24T14:58:27.914" v="38" actId="47"/>
        <pc:sldMkLst>
          <pc:docMk/>
          <pc:sldMk cId="368758239" sldId="463"/>
        </pc:sldMkLst>
      </pc:sldChg>
      <pc:sldChg chg="add del">
        <pc:chgData name="Wenbin Zhu" userId="cc00053150d26d9a" providerId="LiveId" clId="{CACE5F12-CE24-480D-A221-BE88B4B51A41}" dt="2020-07-24T14:59:44.005" v="124" actId="47"/>
        <pc:sldMkLst>
          <pc:docMk/>
          <pc:sldMk cId="344758551" sldId="699"/>
        </pc:sldMkLst>
      </pc:sldChg>
      <pc:sldChg chg="del">
        <pc:chgData name="Wenbin Zhu" userId="cc00053150d26d9a" providerId="LiveId" clId="{CACE5F12-CE24-480D-A221-BE88B4B51A41}" dt="2020-07-24T14:58:28.071" v="39" actId="47"/>
        <pc:sldMkLst>
          <pc:docMk/>
          <pc:sldMk cId="1376711732" sldId="703"/>
        </pc:sldMkLst>
      </pc:sldChg>
      <pc:sldChg chg="del">
        <pc:chgData name="Wenbin Zhu" userId="cc00053150d26d9a" providerId="LiveId" clId="{CACE5F12-CE24-480D-A221-BE88B4B51A41}" dt="2020-07-24T14:58:48.466" v="77" actId="47"/>
        <pc:sldMkLst>
          <pc:docMk/>
          <pc:sldMk cId="1811825646" sldId="704"/>
        </pc:sldMkLst>
      </pc:sldChg>
      <pc:sldChg chg="del">
        <pc:chgData name="Wenbin Zhu" userId="cc00053150d26d9a" providerId="LiveId" clId="{CACE5F12-CE24-480D-A221-BE88B4B51A41}" dt="2020-07-24T14:58:49.073" v="78" actId="47"/>
        <pc:sldMkLst>
          <pc:docMk/>
          <pc:sldMk cId="3538910282" sldId="708"/>
        </pc:sldMkLst>
      </pc:sldChg>
      <pc:sldChg chg="del">
        <pc:chgData name="Wenbin Zhu" userId="cc00053150d26d9a" providerId="LiveId" clId="{CACE5F12-CE24-480D-A221-BE88B4B51A41}" dt="2020-07-24T14:58:49.690" v="79" actId="47"/>
        <pc:sldMkLst>
          <pc:docMk/>
          <pc:sldMk cId="4224321070" sldId="709"/>
        </pc:sldMkLst>
      </pc:sldChg>
      <pc:sldChg chg="del">
        <pc:chgData name="Wenbin Zhu" userId="cc00053150d26d9a" providerId="LiveId" clId="{CACE5F12-CE24-480D-A221-BE88B4B51A41}" dt="2020-07-24T14:58:50.280" v="80" actId="47"/>
        <pc:sldMkLst>
          <pc:docMk/>
          <pc:sldMk cId="3305392502" sldId="710"/>
        </pc:sldMkLst>
      </pc:sldChg>
      <pc:sldChg chg="del">
        <pc:chgData name="Wenbin Zhu" userId="cc00053150d26d9a" providerId="LiveId" clId="{CACE5F12-CE24-480D-A221-BE88B4B51A41}" dt="2020-07-24T14:58:50.835" v="81" actId="47"/>
        <pc:sldMkLst>
          <pc:docMk/>
          <pc:sldMk cId="2893329168" sldId="711"/>
        </pc:sldMkLst>
      </pc:sldChg>
      <pc:sldChg chg="del">
        <pc:chgData name="Wenbin Zhu" userId="cc00053150d26d9a" providerId="LiveId" clId="{CACE5F12-CE24-480D-A221-BE88B4B51A41}" dt="2020-07-24T14:58:51.379" v="82" actId="47"/>
        <pc:sldMkLst>
          <pc:docMk/>
          <pc:sldMk cId="2186044925" sldId="712"/>
        </pc:sldMkLst>
      </pc:sldChg>
      <pc:sldChg chg="del">
        <pc:chgData name="Wenbin Zhu" userId="cc00053150d26d9a" providerId="LiveId" clId="{CACE5F12-CE24-480D-A221-BE88B4B51A41}" dt="2020-07-24T14:58:51.970" v="83" actId="47"/>
        <pc:sldMkLst>
          <pc:docMk/>
          <pc:sldMk cId="3373231525" sldId="713"/>
        </pc:sldMkLst>
      </pc:sldChg>
      <pc:sldChg chg="del">
        <pc:chgData name="Wenbin Zhu" userId="cc00053150d26d9a" providerId="LiveId" clId="{CACE5F12-CE24-480D-A221-BE88B4B51A41}" dt="2020-07-24T14:58:52.566" v="84" actId="47"/>
        <pc:sldMkLst>
          <pc:docMk/>
          <pc:sldMk cId="1048199681" sldId="714"/>
        </pc:sldMkLst>
      </pc:sldChg>
      <pc:sldChg chg="del">
        <pc:chgData name="Wenbin Zhu" userId="cc00053150d26d9a" providerId="LiveId" clId="{CACE5F12-CE24-480D-A221-BE88B4B51A41}" dt="2020-07-24T14:58:53.113" v="85" actId="47"/>
        <pc:sldMkLst>
          <pc:docMk/>
          <pc:sldMk cId="676363212" sldId="715"/>
        </pc:sldMkLst>
      </pc:sldChg>
      <pc:sldChg chg="del">
        <pc:chgData name="Wenbin Zhu" userId="cc00053150d26d9a" providerId="LiveId" clId="{CACE5F12-CE24-480D-A221-BE88B4B51A41}" dt="2020-07-24T14:58:53.644" v="86" actId="47"/>
        <pc:sldMkLst>
          <pc:docMk/>
          <pc:sldMk cId="2029030631" sldId="716"/>
        </pc:sldMkLst>
      </pc:sldChg>
      <pc:sldChg chg="del">
        <pc:chgData name="Wenbin Zhu" userId="cc00053150d26d9a" providerId="LiveId" clId="{CACE5F12-CE24-480D-A221-BE88B4B51A41}" dt="2020-07-24T14:58:54.154" v="87" actId="47"/>
        <pc:sldMkLst>
          <pc:docMk/>
          <pc:sldMk cId="320873609" sldId="717"/>
        </pc:sldMkLst>
      </pc:sldChg>
      <pc:sldChg chg="del">
        <pc:chgData name="Wenbin Zhu" userId="cc00053150d26d9a" providerId="LiveId" clId="{CACE5F12-CE24-480D-A221-BE88B4B51A41}" dt="2020-07-24T14:58:54.724" v="88" actId="47"/>
        <pc:sldMkLst>
          <pc:docMk/>
          <pc:sldMk cId="965572129" sldId="718"/>
        </pc:sldMkLst>
      </pc:sldChg>
      <pc:sldChg chg="del">
        <pc:chgData name="Wenbin Zhu" userId="cc00053150d26d9a" providerId="LiveId" clId="{CACE5F12-CE24-480D-A221-BE88B4B51A41}" dt="2020-07-24T14:58:55.291" v="89" actId="47"/>
        <pc:sldMkLst>
          <pc:docMk/>
          <pc:sldMk cId="2789256964" sldId="719"/>
        </pc:sldMkLst>
      </pc:sldChg>
      <pc:sldChg chg="del">
        <pc:chgData name="Wenbin Zhu" userId="cc00053150d26d9a" providerId="LiveId" clId="{CACE5F12-CE24-480D-A221-BE88B4B51A41}" dt="2020-07-24T14:58:55.812" v="90" actId="47"/>
        <pc:sldMkLst>
          <pc:docMk/>
          <pc:sldMk cId="1201114116" sldId="720"/>
        </pc:sldMkLst>
      </pc:sldChg>
      <pc:sldChg chg="del">
        <pc:chgData name="Wenbin Zhu" userId="cc00053150d26d9a" providerId="LiveId" clId="{CACE5F12-CE24-480D-A221-BE88B4B51A41}" dt="2020-07-24T14:58:56.358" v="91" actId="47"/>
        <pc:sldMkLst>
          <pc:docMk/>
          <pc:sldMk cId="2965516617" sldId="721"/>
        </pc:sldMkLst>
      </pc:sldChg>
      <pc:sldChg chg="del">
        <pc:chgData name="Wenbin Zhu" userId="cc00053150d26d9a" providerId="LiveId" clId="{CACE5F12-CE24-480D-A221-BE88B4B51A41}" dt="2020-07-24T14:58:56.921" v="92" actId="47"/>
        <pc:sldMkLst>
          <pc:docMk/>
          <pc:sldMk cId="2557779534" sldId="722"/>
        </pc:sldMkLst>
      </pc:sldChg>
      <pc:sldChg chg="del">
        <pc:chgData name="Wenbin Zhu" userId="cc00053150d26d9a" providerId="LiveId" clId="{CACE5F12-CE24-480D-A221-BE88B4B51A41}" dt="2020-07-24T14:58:57.474" v="93" actId="47"/>
        <pc:sldMkLst>
          <pc:docMk/>
          <pc:sldMk cId="4207495975" sldId="723"/>
        </pc:sldMkLst>
      </pc:sldChg>
      <pc:sldChg chg="del">
        <pc:chgData name="Wenbin Zhu" userId="cc00053150d26d9a" providerId="LiveId" clId="{CACE5F12-CE24-480D-A221-BE88B4B51A41}" dt="2020-07-24T14:58:58.004" v="94" actId="47"/>
        <pc:sldMkLst>
          <pc:docMk/>
          <pc:sldMk cId="914207950" sldId="724"/>
        </pc:sldMkLst>
      </pc:sldChg>
      <pc:sldChg chg="del">
        <pc:chgData name="Wenbin Zhu" userId="cc00053150d26d9a" providerId="LiveId" clId="{CACE5F12-CE24-480D-A221-BE88B4B51A41}" dt="2020-07-24T14:58:58.598" v="95" actId="47"/>
        <pc:sldMkLst>
          <pc:docMk/>
          <pc:sldMk cId="1982549721" sldId="725"/>
        </pc:sldMkLst>
      </pc:sldChg>
      <pc:sldChg chg="del">
        <pc:chgData name="Wenbin Zhu" userId="cc00053150d26d9a" providerId="LiveId" clId="{CACE5F12-CE24-480D-A221-BE88B4B51A41}" dt="2020-07-24T14:58:59.178" v="96" actId="47"/>
        <pc:sldMkLst>
          <pc:docMk/>
          <pc:sldMk cId="71580580" sldId="726"/>
        </pc:sldMkLst>
      </pc:sldChg>
      <pc:sldChg chg="del">
        <pc:chgData name="Wenbin Zhu" userId="cc00053150d26d9a" providerId="LiveId" clId="{CACE5F12-CE24-480D-A221-BE88B4B51A41}" dt="2020-07-24T14:58:59.740" v="97" actId="47"/>
        <pc:sldMkLst>
          <pc:docMk/>
          <pc:sldMk cId="1395312870" sldId="727"/>
        </pc:sldMkLst>
      </pc:sldChg>
      <pc:sldChg chg="del">
        <pc:chgData name="Wenbin Zhu" userId="cc00053150d26d9a" providerId="LiveId" clId="{CACE5F12-CE24-480D-A221-BE88B4B51A41}" dt="2020-07-24T14:59:00.241" v="98" actId="47"/>
        <pc:sldMkLst>
          <pc:docMk/>
          <pc:sldMk cId="3072431937" sldId="728"/>
        </pc:sldMkLst>
      </pc:sldChg>
      <pc:sldChg chg="del">
        <pc:chgData name="Wenbin Zhu" userId="cc00053150d26d9a" providerId="LiveId" clId="{CACE5F12-CE24-480D-A221-BE88B4B51A41}" dt="2020-07-24T14:59:00.895" v="99" actId="47"/>
        <pc:sldMkLst>
          <pc:docMk/>
          <pc:sldMk cId="1319259421" sldId="729"/>
        </pc:sldMkLst>
      </pc:sldChg>
      <pc:sldChg chg="del">
        <pc:chgData name="Wenbin Zhu" userId="cc00053150d26d9a" providerId="LiveId" clId="{CACE5F12-CE24-480D-A221-BE88B4B51A41}" dt="2020-07-24T14:58:31.253" v="53" actId="47"/>
        <pc:sldMkLst>
          <pc:docMk/>
          <pc:sldMk cId="4024475244" sldId="730"/>
        </pc:sldMkLst>
      </pc:sldChg>
      <pc:sldChg chg="del">
        <pc:chgData name="Wenbin Zhu" userId="cc00053150d26d9a" providerId="LiveId" clId="{CACE5F12-CE24-480D-A221-BE88B4B51A41}" dt="2020-07-24T14:58:47.840" v="76" actId="47"/>
        <pc:sldMkLst>
          <pc:docMk/>
          <pc:sldMk cId="1745938117" sldId="731"/>
        </pc:sldMkLst>
      </pc:sldChg>
      <pc:sldChg chg="del">
        <pc:chgData name="Wenbin Zhu" userId="cc00053150d26d9a" providerId="LiveId" clId="{CACE5F12-CE24-480D-A221-BE88B4B51A41}" dt="2020-07-24T14:59:01.417" v="100" actId="47"/>
        <pc:sldMkLst>
          <pc:docMk/>
          <pc:sldMk cId="3683953731" sldId="732"/>
        </pc:sldMkLst>
      </pc:sldChg>
      <pc:sldChg chg="add del">
        <pc:chgData name="Wenbin Zhu" userId="cc00053150d26d9a" providerId="LiveId" clId="{CACE5F12-CE24-480D-A221-BE88B4B51A41}" dt="2020-07-24T14:59:38.957" v="121" actId="47"/>
        <pc:sldMkLst>
          <pc:docMk/>
          <pc:sldMk cId="3028907372" sldId="734"/>
        </pc:sldMkLst>
      </pc:sldChg>
      <pc:sldChg chg="del">
        <pc:chgData name="Wenbin Zhu" userId="cc00053150d26d9a" providerId="LiveId" clId="{CACE5F12-CE24-480D-A221-BE88B4B51A41}" dt="2020-07-24T14:57:43.671" v="5" actId="47"/>
        <pc:sldMkLst>
          <pc:docMk/>
          <pc:sldMk cId="326920808" sldId="737"/>
        </pc:sldMkLst>
      </pc:sldChg>
      <pc:sldChg chg="del">
        <pc:chgData name="Wenbin Zhu" userId="cc00053150d26d9a" providerId="LiveId" clId="{CACE5F12-CE24-480D-A221-BE88B4B51A41}" dt="2020-07-24T14:57:44.490" v="6" actId="47"/>
        <pc:sldMkLst>
          <pc:docMk/>
          <pc:sldMk cId="225511540" sldId="738"/>
        </pc:sldMkLst>
      </pc:sldChg>
      <pc:sldChg chg="del">
        <pc:chgData name="Wenbin Zhu" userId="cc00053150d26d9a" providerId="LiveId" clId="{CACE5F12-CE24-480D-A221-BE88B4B51A41}" dt="2020-07-24T14:57:48.835" v="9" actId="47"/>
        <pc:sldMkLst>
          <pc:docMk/>
          <pc:sldMk cId="4002061925" sldId="739"/>
        </pc:sldMkLst>
      </pc:sldChg>
      <pc:sldChg chg="del">
        <pc:chgData name="Wenbin Zhu" userId="cc00053150d26d9a" providerId="LiveId" clId="{CACE5F12-CE24-480D-A221-BE88B4B51A41}" dt="2020-07-24T14:57:56.017" v="16" actId="47"/>
        <pc:sldMkLst>
          <pc:docMk/>
          <pc:sldMk cId="3600421957" sldId="741"/>
        </pc:sldMkLst>
      </pc:sldChg>
      <pc:sldChg chg="del">
        <pc:chgData name="Wenbin Zhu" userId="cc00053150d26d9a" providerId="LiveId" clId="{CACE5F12-CE24-480D-A221-BE88B4B51A41}" dt="2020-07-24T14:57:53.576" v="14" actId="47"/>
        <pc:sldMkLst>
          <pc:docMk/>
          <pc:sldMk cId="2894803092" sldId="757"/>
        </pc:sldMkLst>
      </pc:sldChg>
      <pc:sldChg chg="del">
        <pc:chgData name="Wenbin Zhu" userId="cc00053150d26d9a" providerId="LiveId" clId="{CACE5F12-CE24-480D-A221-BE88B4B51A41}" dt="2020-07-24T14:57:56.896" v="17" actId="47"/>
        <pc:sldMkLst>
          <pc:docMk/>
          <pc:sldMk cId="2630089361" sldId="758"/>
        </pc:sldMkLst>
      </pc:sldChg>
      <pc:sldChg chg="del">
        <pc:chgData name="Wenbin Zhu" userId="cc00053150d26d9a" providerId="LiveId" clId="{CACE5F12-CE24-480D-A221-BE88B4B51A41}" dt="2020-07-24T14:57:58.936" v="19" actId="47"/>
        <pc:sldMkLst>
          <pc:docMk/>
          <pc:sldMk cId="1629705046" sldId="759"/>
        </pc:sldMkLst>
      </pc:sldChg>
      <pc:sldChg chg="del">
        <pc:chgData name="Wenbin Zhu" userId="cc00053150d26d9a" providerId="LiveId" clId="{CACE5F12-CE24-480D-A221-BE88B4B51A41}" dt="2020-07-24T14:58:00.075" v="20" actId="47"/>
        <pc:sldMkLst>
          <pc:docMk/>
          <pc:sldMk cId="4006995649" sldId="760"/>
        </pc:sldMkLst>
      </pc:sldChg>
      <pc:sldChg chg="del">
        <pc:chgData name="Wenbin Zhu" userId="cc00053150d26d9a" providerId="LiveId" clId="{CACE5F12-CE24-480D-A221-BE88B4B51A41}" dt="2020-07-24T14:58:01.994" v="23" actId="47"/>
        <pc:sldMkLst>
          <pc:docMk/>
          <pc:sldMk cId="527230436" sldId="761"/>
        </pc:sldMkLst>
      </pc:sldChg>
      <pc:sldChg chg="del">
        <pc:chgData name="Wenbin Zhu" userId="cc00053150d26d9a" providerId="LiveId" clId="{CACE5F12-CE24-480D-A221-BE88B4B51A41}" dt="2020-07-24T14:58:01.377" v="22" actId="47"/>
        <pc:sldMkLst>
          <pc:docMk/>
          <pc:sldMk cId="3447780708" sldId="762"/>
        </pc:sldMkLst>
      </pc:sldChg>
      <pc:sldChg chg="del">
        <pc:chgData name="Wenbin Zhu" userId="cc00053150d26d9a" providerId="LiveId" clId="{CACE5F12-CE24-480D-A221-BE88B4B51A41}" dt="2020-07-24T14:57:41.021" v="1" actId="47"/>
        <pc:sldMkLst>
          <pc:docMk/>
          <pc:sldMk cId="4293780589" sldId="763"/>
        </pc:sldMkLst>
      </pc:sldChg>
      <pc:sldChg chg="del">
        <pc:chgData name="Wenbin Zhu" userId="cc00053150d26d9a" providerId="LiveId" clId="{CACE5F12-CE24-480D-A221-BE88B4B51A41}" dt="2020-07-24T14:57:42.782" v="4" actId="47"/>
        <pc:sldMkLst>
          <pc:docMk/>
          <pc:sldMk cId="2548159383" sldId="764"/>
        </pc:sldMkLst>
      </pc:sldChg>
      <pc:sldChg chg="del">
        <pc:chgData name="Wenbin Zhu" userId="cc00053150d26d9a" providerId="LiveId" clId="{CACE5F12-CE24-480D-A221-BE88B4B51A41}" dt="2020-07-24T14:57:42.224" v="3" actId="47"/>
        <pc:sldMkLst>
          <pc:docMk/>
          <pc:sldMk cId="889349898" sldId="765"/>
        </pc:sldMkLst>
      </pc:sldChg>
      <pc:sldChg chg="del">
        <pc:chgData name="Wenbin Zhu" userId="cc00053150d26d9a" providerId="LiveId" clId="{CACE5F12-CE24-480D-A221-BE88B4B51A41}" dt="2020-07-24T14:57:41.660" v="2" actId="47"/>
        <pc:sldMkLst>
          <pc:docMk/>
          <pc:sldMk cId="2874205727" sldId="766"/>
        </pc:sldMkLst>
      </pc:sldChg>
      <pc:sldChg chg="del">
        <pc:chgData name="Wenbin Zhu" userId="cc00053150d26d9a" providerId="LiveId" clId="{CACE5F12-CE24-480D-A221-BE88B4B51A41}" dt="2020-07-24T14:57:46.602" v="7" actId="47"/>
        <pc:sldMkLst>
          <pc:docMk/>
          <pc:sldMk cId="2246800716" sldId="767"/>
        </pc:sldMkLst>
      </pc:sldChg>
      <pc:sldChg chg="del">
        <pc:chgData name="Wenbin Zhu" userId="cc00053150d26d9a" providerId="LiveId" clId="{CACE5F12-CE24-480D-A221-BE88B4B51A41}" dt="2020-07-24T14:57:47.736" v="8" actId="47"/>
        <pc:sldMkLst>
          <pc:docMk/>
          <pc:sldMk cId="2514602228" sldId="768"/>
        </pc:sldMkLst>
      </pc:sldChg>
      <pc:sldChg chg="del">
        <pc:chgData name="Wenbin Zhu" userId="cc00053150d26d9a" providerId="LiveId" clId="{CACE5F12-CE24-480D-A221-BE88B4B51A41}" dt="2020-07-24T14:57:50.444" v="10" actId="47"/>
        <pc:sldMkLst>
          <pc:docMk/>
          <pc:sldMk cId="534277170" sldId="769"/>
        </pc:sldMkLst>
      </pc:sldChg>
      <pc:sldChg chg="del">
        <pc:chgData name="Wenbin Zhu" userId="cc00053150d26d9a" providerId="LiveId" clId="{CACE5F12-CE24-480D-A221-BE88B4B51A41}" dt="2020-07-24T14:57:52.776" v="13" actId="47"/>
        <pc:sldMkLst>
          <pc:docMk/>
          <pc:sldMk cId="3319623050" sldId="771"/>
        </pc:sldMkLst>
      </pc:sldChg>
      <pc:sldChg chg="del">
        <pc:chgData name="Wenbin Zhu" userId="cc00053150d26d9a" providerId="LiveId" clId="{CACE5F12-CE24-480D-A221-BE88B4B51A41}" dt="2020-07-24T14:57:52.019" v="12" actId="47"/>
        <pc:sldMkLst>
          <pc:docMk/>
          <pc:sldMk cId="1558713012" sldId="772"/>
        </pc:sldMkLst>
      </pc:sldChg>
      <pc:sldChg chg="del">
        <pc:chgData name="Wenbin Zhu" userId="cc00053150d26d9a" providerId="LiveId" clId="{CACE5F12-CE24-480D-A221-BE88B4B51A41}" dt="2020-07-24T14:57:51.323" v="11" actId="47"/>
        <pc:sldMkLst>
          <pc:docMk/>
          <pc:sldMk cId="3315238354" sldId="774"/>
        </pc:sldMkLst>
      </pc:sldChg>
      <pc:sldChg chg="del">
        <pc:chgData name="Wenbin Zhu" userId="cc00053150d26d9a" providerId="LiveId" clId="{CACE5F12-CE24-480D-A221-BE88B4B51A41}" dt="2020-07-24T14:57:58.051" v="18" actId="47"/>
        <pc:sldMkLst>
          <pc:docMk/>
          <pc:sldMk cId="2319898180" sldId="775"/>
        </pc:sldMkLst>
      </pc:sldChg>
      <pc:sldChg chg="del">
        <pc:chgData name="Wenbin Zhu" userId="cc00053150d26d9a" providerId="LiveId" clId="{CACE5F12-CE24-480D-A221-BE88B4B51A41}" dt="2020-07-24T14:58:00.701" v="21" actId="47"/>
        <pc:sldMkLst>
          <pc:docMk/>
          <pc:sldMk cId="1824726292" sldId="776"/>
        </pc:sldMkLst>
      </pc:sldChg>
      <pc:sldChg chg="del">
        <pc:chgData name="Wenbin Zhu" userId="cc00053150d26d9a" providerId="LiveId" clId="{CACE5F12-CE24-480D-A221-BE88B4B51A41}" dt="2020-07-24T14:57:54.607" v="15" actId="47"/>
        <pc:sldMkLst>
          <pc:docMk/>
          <pc:sldMk cId="2044137997" sldId="777"/>
        </pc:sldMkLst>
      </pc:sldChg>
      <pc:sldChg chg="add del">
        <pc:chgData name="Wenbin Zhu" userId="cc00053150d26d9a" providerId="LiveId" clId="{CACE5F12-CE24-480D-A221-BE88B4B51A41}" dt="2020-07-24T14:58:14.113" v="26" actId="47"/>
        <pc:sldMkLst>
          <pc:docMk/>
          <pc:sldMk cId="1948797537" sldId="778"/>
        </pc:sldMkLst>
      </pc:sldChg>
      <pc:sldChg chg="del">
        <pc:chgData name="Wenbin Zhu" userId="cc00053150d26d9a" providerId="LiveId" clId="{CACE5F12-CE24-480D-A221-BE88B4B51A41}" dt="2020-07-24T14:58:14.749" v="27" actId="47"/>
        <pc:sldMkLst>
          <pc:docMk/>
          <pc:sldMk cId="318951304" sldId="779"/>
        </pc:sldMkLst>
      </pc:sldChg>
      <pc:sldChg chg="del">
        <pc:chgData name="Wenbin Zhu" userId="cc00053150d26d9a" providerId="LiveId" clId="{CACE5F12-CE24-480D-A221-BE88B4B51A41}" dt="2020-07-24T14:58:15.740" v="28" actId="47"/>
        <pc:sldMkLst>
          <pc:docMk/>
          <pc:sldMk cId="1125316271" sldId="780"/>
        </pc:sldMkLst>
      </pc:sldChg>
      <pc:sldChg chg="del">
        <pc:chgData name="Wenbin Zhu" userId="cc00053150d26d9a" providerId="LiveId" clId="{CACE5F12-CE24-480D-A221-BE88B4B51A41}" dt="2020-07-24T14:58:16.416" v="29" actId="47"/>
        <pc:sldMkLst>
          <pc:docMk/>
          <pc:sldMk cId="1492034838" sldId="781"/>
        </pc:sldMkLst>
      </pc:sldChg>
      <pc:sldChg chg="del">
        <pc:chgData name="Wenbin Zhu" userId="cc00053150d26d9a" providerId="LiveId" clId="{CACE5F12-CE24-480D-A221-BE88B4B51A41}" dt="2020-07-24T14:58:17.823" v="30" actId="47"/>
        <pc:sldMkLst>
          <pc:docMk/>
          <pc:sldMk cId="1324720070" sldId="7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B21E1-4B27-4C85-8AEB-8400071FE3F2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A384A-38BC-4B25-AE76-76C39E5E61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12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97584D-8746-4D72-BA3A-5A81C8B5466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538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7470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181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290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25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336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503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9930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EA384A-38BC-4B25-AE76-76C39E5E61F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979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2D28E-206E-45D3-94FC-E00476C8A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2F65DB0-4449-4041-B21A-39B79DD2A0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17317-6E4C-4347-97BF-08FD20AFA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4A4886-755E-459A-A4BE-CD00DAD1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537A61-6F24-41B8-B3CC-922796D2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781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08EBE-946E-4631-AAAE-D3DC62F5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8DBBA-84B8-404A-9CDC-10E6F6CF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68807D-01E2-4877-91B5-16D5A3012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C1E42-B148-4CF5-A99D-CC78DC366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05D59B-15FC-40A6-9EFD-9456EA5D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003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AA586-A8C8-4F1B-9B95-AD31AF38D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F88943-03E1-42FE-99E9-13C74F35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11F8D1-C111-4103-9A0E-1EF5DBD3B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41FDB-57D9-45A7-A88F-499EE540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C65419-CCB9-428E-B98B-62DBED26E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104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A400E-5663-4B0F-8666-68155A36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F8E41D-A8A9-4752-8EAD-872A30D6A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6644FF-1E93-478D-9CC7-60A94F717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CE139F-E594-455D-A6AB-3308E126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2606C6-E795-45E1-A1AB-B1B904A6F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9C069D-9114-4C55-8A4A-3EB79BF6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52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58E10-01F2-475A-B9A8-4B7C4F1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2788A6-F984-4BF4-B4D4-AE036002D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4C6EFE-3D32-4DC2-BDE3-57421FF4E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A4D0609-B031-41A7-B300-1F714A264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330D27-42CA-400E-ABC9-FA7B7E258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DE08094-3C4F-4CBA-B21B-91DD1453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047F82E-C389-4F16-A088-46FA240B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71EDA4-3335-4007-A36A-7B1F6F717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91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1C874-0B53-4E98-BAC1-8133448A6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2E588-38E3-44C2-B2FD-1048E2BB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9AD680-0A71-4FAD-A5C3-8163AEA1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4ED403-47DD-4E1A-8AD5-77851B5A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34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09FC66-7BA5-497D-90F8-C7C2307C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F5F2BC-BC23-4EF9-B80E-B68C19A9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280EEE-61C8-45EA-AB6C-5B7648D57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063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64CF9-ECAF-44B2-B5AA-403E3499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FBE603-55A3-43FF-B2B0-F7C41B2E5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EE1E7B-3BC5-4D62-AB06-7A056FFE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5F4210-420D-4157-BB9C-9DFDAA91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6255B0-1735-450D-BA15-C4D370D0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627651-EE5A-4EDE-B7FC-C9F46998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1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38C2C-6240-4C7B-990D-D30A92084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3E1BDB-4C3B-4850-B1A7-D893FBDA6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B8B81A-A1EE-45EA-9FA7-D68EF59BE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78E638-740F-4044-9EB6-8EDEC7D7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604DC7-FE4A-4F0B-81C2-833C80BA4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7ADC2E-4876-450B-B821-ECE7BBBF5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11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F42BA-F9CB-44BB-9417-27C83B504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1317FC-4C6C-4C39-8FA8-9F03F4830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6B5637-D51D-4F18-B4C6-C480AB5F3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57370-BF09-416C-8CE6-6985BE3C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49CC2F-7FDC-4413-A9AE-0142183E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44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BD5FD28-67D8-4FE3-9233-431A3B74A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A5CB86-B54A-42E0-B080-FC4C099F7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02DF46-AE8B-419D-80AA-564BB4DB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CEB409-0E1D-40B5-A5CC-CBBAA2FB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CAB489-7CAB-46C6-9204-53A2015B6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241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456CE6-B9C9-4608-8620-A06D23EC0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274B25-01BD-4570-8669-5AAA92270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583432-83DA-4066-83FB-4631C5DED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AB498-C369-499C-BE70-FC8AD0B4A61D}" type="datetimeFigureOut">
              <a:rPr lang="zh-CN" altLang="en-US" smtClean="0"/>
              <a:t>2020/7/28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F4BE2-7031-4814-82A4-55E11EE7D9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395FC-6F35-43AC-A354-AFE634DD79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DB1CD-0760-4A6E-85BC-C188A03E7E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212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magjac.com/graphviz-visual-editor/" TargetMode="External"/><Relationship Id="rId2" Type="http://schemas.openxmlformats.org/officeDocument/2006/relationships/hyperlink" Target="https://viznet.readthedocs.io/en/latest/tutorials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raphviz.org/" TargetMode="External"/><Relationship Id="rId5" Type="http://schemas.openxmlformats.org/officeDocument/2006/relationships/hyperlink" Target="https://www2.graphviz.org/Packages/stable/windows/10/cmake/Release/Win32/graphviz-install-2.44.1-win32.exe" TargetMode="External"/><Relationship Id="rId4" Type="http://schemas.openxmlformats.org/officeDocument/2006/relationships/hyperlink" Target="https://www2.graphviz.org/Packages/stable/windows/10/cmake/Release/x64/graphviz-install-2.44.1-win64.ex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hyperlink" Target="https://pypi.org/project/graphv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raphviz.org/gallery/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magjac.com/graphviz-visual-editor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dot2tex.readthedocs.io/en/latest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46C8E5B-E5AF-4CE6-B579-DFF2834F8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" y="1975"/>
            <a:ext cx="7022758" cy="6856025"/>
          </a:xfrm>
          <a:prstGeom prst="rect">
            <a:avLst/>
          </a:prstGeom>
        </p:spPr>
      </p:pic>
      <p:sp>
        <p:nvSpPr>
          <p:cNvPr id="25" name="PA_文本框 2">
            <a:extLst>
              <a:ext uri="{FF2B5EF4-FFF2-40B4-BE49-F238E27FC236}">
                <a16:creationId xmlns:a16="http://schemas.microsoft.com/office/drawing/2014/main" id="{C2FD5A4B-B65F-434B-99B7-A7B6FE06CBC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461349" y="2151095"/>
            <a:ext cx="4822053" cy="1004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cs typeface="+mn-ea"/>
                <a:sym typeface="+mn-lt"/>
              </a:rPr>
              <a:t>画神经网络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460974" y="4002157"/>
            <a:ext cx="3021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cs typeface="+mn-ea"/>
                <a:sym typeface="+mn-lt"/>
              </a:rPr>
              <a:t>朱文斌</a:t>
            </a:r>
            <a:endParaRPr lang="en-US" altLang="zh-CN" dirty="0">
              <a:cs typeface="+mn-ea"/>
              <a:sym typeface="+mn-lt"/>
            </a:endParaRPr>
          </a:p>
          <a:p>
            <a:pPr algn="ctr"/>
            <a:endParaRPr lang="en-US" dirty="0">
              <a:cs typeface="+mn-ea"/>
              <a:sym typeface="+mn-lt"/>
            </a:endParaRPr>
          </a:p>
          <a:p>
            <a:pPr algn="ctr"/>
            <a:r>
              <a:rPr lang="zh-CN" altLang="en-US" dirty="0">
                <a:cs typeface="+mn-ea"/>
                <a:sym typeface="+mn-lt"/>
              </a:rPr>
              <a:t>华南理工大学工商管理学院</a:t>
            </a:r>
            <a:endParaRPr 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3769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23">
            <a:extLst>
              <a:ext uri="{FF2B5EF4-FFF2-40B4-BE49-F238E27FC236}">
                <a16:creationId xmlns:a16="http://schemas.microsoft.com/office/drawing/2014/main" id="{653C6C66-FE89-4328-8AC2-CD5EE8B25863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5" name="矩形 24">
              <a:extLst>
                <a:ext uri="{FF2B5EF4-FFF2-40B4-BE49-F238E27FC236}">
                  <a16:creationId xmlns:a16="http://schemas.microsoft.com/office/drawing/2014/main" id="{84DDC157-5787-4EC4-871F-BE22DC4E1C60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6" name="直接连接符 25">
              <a:extLst>
                <a:ext uri="{FF2B5EF4-FFF2-40B4-BE49-F238E27FC236}">
                  <a16:creationId xmlns:a16="http://schemas.microsoft.com/office/drawing/2014/main" id="{278A6EC6-C5DB-4F67-8627-A499F367FB1B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29">
            <a:extLst>
              <a:ext uri="{FF2B5EF4-FFF2-40B4-BE49-F238E27FC236}">
                <a16:creationId xmlns:a16="http://schemas.microsoft.com/office/drawing/2014/main" id="{E6E0F6E2-8EDB-439C-B748-0EDB2EED10D3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画神经网络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BA3F7-1C6A-46EB-9726-5BD6345944BD}"/>
              </a:ext>
            </a:extLst>
          </p:cNvPr>
          <p:cNvSpPr txBox="1"/>
          <p:nvPr/>
        </p:nvSpPr>
        <p:spPr>
          <a:xfrm>
            <a:off x="374072" y="1374591"/>
            <a:ext cx="114438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>
                <a:cs typeface="+mn-ea"/>
                <a:sym typeface="+mn-lt"/>
              </a:rPr>
              <a:t>Spyder-notebook </a:t>
            </a:r>
            <a:r>
              <a:rPr lang="zh-CN" altLang="en-US" dirty="0">
                <a:cs typeface="+mn-ea"/>
                <a:sym typeface="+mn-lt"/>
              </a:rPr>
              <a:t>里面用 </a:t>
            </a:r>
            <a:r>
              <a:rPr lang="en-US" altLang="zh-CN" dirty="0">
                <a:cs typeface="+mn-ea"/>
                <a:sym typeface="+mn-lt"/>
              </a:rPr>
              <a:t>Python </a:t>
            </a:r>
            <a:r>
              <a:rPr lang="zh-CN" altLang="en-US" dirty="0">
                <a:cs typeface="+mn-ea"/>
                <a:sym typeface="+mn-lt"/>
              </a:rPr>
              <a:t>的 </a:t>
            </a:r>
            <a:r>
              <a:rPr lang="en-US" altLang="zh-CN" dirty="0" err="1">
                <a:cs typeface="+mn-ea"/>
                <a:sym typeface="+mn-lt"/>
                <a:hlinkClick r:id="rId2"/>
              </a:rPr>
              <a:t>viznet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画神经网络 （支持 </a:t>
            </a:r>
            <a:r>
              <a:rPr lang="en-US" altLang="zh-CN" dirty="0">
                <a:cs typeface="+mn-ea"/>
                <a:sym typeface="+mn-lt"/>
              </a:rPr>
              <a:t>Latex </a:t>
            </a:r>
            <a:r>
              <a:rPr lang="zh-CN" altLang="en-US" dirty="0">
                <a:cs typeface="+mn-ea"/>
                <a:sym typeface="+mn-lt"/>
              </a:rPr>
              <a:t>公式做 </a:t>
            </a:r>
            <a:r>
              <a:rPr lang="en-US" altLang="zh-CN" dirty="0">
                <a:cs typeface="+mn-ea"/>
                <a:sym typeface="+mn-lt"/>
              </a:rPr>
              <a:t>label)</a:t>
            </a:r>
            <a:r>
              <a:rPr lang="zh-CN" altLang="en-US" dirty="0">
                <a:cs typeface="+mn-ea"/>
                <a:sym typeface="+mn-lt"/>
              </a:rPr>
              <a:t>。基本例子见 </a:t>
            </a:r>
            <a:r>
              <a:rPr lang="en-US" altLang="zh-CN" dirty="0" err="1">
                <a:cs typeface="+mn-ea"/>
                <a:sym typeface="+mn-lt"/>
              </a:rPr>
              <a:t>viznet_basic.ipynb</a:t>
            </a:r>
            <a:endParaRPr lang="en-US" altLang="zh-CN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dirty="0">
                <a:cs typeface="+mn-ea"/>
                <a:sym typeface="+mn-lt"/>
              </a:rPr>
              <a:t>用 </a:t>
            </a:r>
            <a:r>
              <a:rPr lang="en-US" altLang="zh-CN" dirty="0" err="1">
                <a:cs typeface="+mn-ea"/>
                <a:sym typeface="+mn-lt"/>
              </a:rPr>
              <a:t>Graphviz</a:t>
            </a:r>
            <a:r>
              <a:rPr lang="zh-CN" altLang="en-US" dirty="0">
                <a:cs typeface="+mn-ea"/>
                <a:sym typeface="+mn-lt"/>
              </a:rPr>
              <a:t> （不直接支持 </a:t>
            </a:r>
            <a:r>
              <a:rPr lang="en-US" altLang="zh-CN" dirty="0">
                <a:cs typeface="+mn-ea"/>
                <a:sym typeface="+mn-lt"/>
              </a:rPr>
              <a:t>Latex </a:t>
            </a:r>
            <a:r>
              <a:rPr lang="zh-CN" altLang="en-US" dirty="0">
                <a:cs typeface="+mn-ea"/>
                <a:sym typeface="+mn-lt"/>
              </a:rPr>
              <a:t>公式）</a:t>
            </a:r>
            <a:endParaRPr lang="en-US" altLang="zh-CN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 dirty="0">
                <a:cs typeface="+mn-ea"/>
                <a:sym typeface="+mn-lt"/>
                <a:hlinkClick r:id="rId3"/>
              </a:rPr>
              <a:t>在线 </a:t>
            </a:r>
            <a:r>
              <a:rPr lang="en-US" altLang="zh-CN" dirty="0" err="1">
                <a:cs typeface="+mn-ea"/>
                <a:sym typeface="+mn-lt"/>
                <a:hlinkClick r:id="rId3"/>
              </a:rPr>
              <a:t>Graphviz</a:t>
            </a:r>
            <a:r>
              <a:rPr lang="en-US" altLang="zh-CN" dirty="0">
                <a:cs typeface="+mn-ea"/>
                <a:sym typeface="+mn-lt"/>
                <a:hlinkClick r:id="rId3"/>
              </a:rPr>
              <a:t> </a:t>
            </a:r>
            <a:r>
              <a:rPr lang="zh-CN" altLang="en-US" dirty="0">
                <a:cs typeface="+mn-ea"/>
                <a:sym typeface="+mn-lt"/>
                <a:hlinkClick r:id="rId3"/>
              </a:rPr>
              <a:t>的编辑器</a:t>
            </a:r>
            <a:r>
              <a:rPr lang="zh-CN" altLang="en-US" dirty="0">
                <a:cs typeface="+mn-ea"/>
                <a:sym typeface="+mn-lt"/>
              </a:rPr>
              <a:t> 用 </a:t>
            </a:r>
            <a:r>
              <a:rPr lang="en-US" altLang="zh-CN" dirty="0">
                <a:cs typeface="+mn-ea"/>
                <a:sym typeface="+mn-lt"/>
              </a:rPr>
              <a:t>dot </a:t>
            </a:r>
            <a:r>
              <a:rPr lang="zh-CN" altLang="en-US" dirty="0">
                <a:cs typeface="+mn-ea"/>
                <a:sym typeface="+mn-lt"/>
              </a:rPr>
              <a:t>语言画 </a:t>
            </a:r>
            <a:r>
              <a:rPr lang="en-US" altLang="zh-CN" dirty="0">
                <a:cs typeface="+mn-ea"/>
                <a:sym typeface="+mn-lt"/>
              </a:rPr>
              <a:t>Graph</a:t>
            </a:r>
            <a:r>
              <a:rPr lang="zh-CN" altLang="en-US" dirty="0">
                <a:cs typeface="+mn-ea"/>
                <a:sym typeface="+mn-lt"/>
              </a:rPr>
              <a:t>，生成 *</a:t>
            </a:r>
            <a:r>
              <a:rPr lang="en-US" altLang="zh-CN" dirty="0">
                <a:cs typeface="+mn-ea"/>
                <a:sym typeface="+mn-lt"/>
              </a:rPr>
              <a:t>.pdf, *.</a:t>
            </a:r>
            <a:r>
              <a:rPr lang="en-US" altLang="zh-CN" dirty="0" err="1">
                <a:cs typeface="+mn-ea"/>
                <a:sym typeface="+mn-lt"/>
              </a:rPr>
              <a:t>png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等。见 </a:t>
            </a:r>
            <a:r>
              <a:rPr lang="en-US" altLang="zh-CN">
                <a:cs typeface="+mn-ea"/>
                <a:sym typeface="+mn-lt"/>
              </a:rPr>
              <a:t>test.dot</a:t>
            </a:r>
            <a:endParaRPr lang="en-US" altLang="zh-CN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 dirty="0">
                <a:cs typeface="+mn-ea"/>
                <a:sym typeface="+mn-lt"/>
              </a:rPr>
              <a:t>用 </a:t>
            </a:r>
            <a:r>
              <a:rPr lang="en-US" altLang="zh-CN" dirty="0" err="1">
                <a:cs typeface="+mn-ea"/>
                <a:sym typeface="+mn-lt"/>
              </a:rPr>
              <a:t>Graphviz</a:t>
            </a:r>
            <a:r>
              <a:rPr lang="en-US" altLang="zh-CN" dirty="0">
                <a:cs typeface="+mn-ea"/>
                <a:sym typeface="+mn-lt"/>
              </a:rPr>
              <a:t> Python </a:t>
            </a:r>
            <a:r>
              <a:rPr lang="zh-CN" altLang="en-US" dirty="0">
                <a:cs typeface="+mn-ea"/>
                <a:sym typeface="+mn-lt"/>
              </a:rPr>
              <a:t>包编程生成 *</a:t>
            </a:r>
            <a:r>
              <a:rPr lang="en-US" altLang="zh-CN" dirty="0">
                <a:cs typeface="+mn-ea"/>
                <a:sym typeface="+mn-lt"/>
              </a:rPr>
              <a:t>.dot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 dirty="0">
                <a:cs typeface="+mn-ea"/>
                <a:sym typeface="+mn-lt"/>
              </a:rPr>
              <a:t>用 </a:t>
            </a:r>
            <a:r>
              <a:rPr lang="en-US" altLang="zh-CN" dirty="0">
                <a:cs typeface="+mn-ea"/>
                <a:sym typeface="+mn-lt"/>
              </a:rPr>
              <a:t>dot2tex </a:t>
            </a:r>
            <a:r>
              <a:rPr lang="zh-CN" altLang="en-US" dirty="0">
                <a:cs typeface="+mn-ea"/>
                <a:sym typeface="+mn-lt"/>
              </a:rPr>
              <a:t>转化成 </a:t>
            </a:r>
            <a:r>
              <a:rPr lang="en-US" altLang="zh-CN" dirty="0" err="1">
                <a:cs typeface="+mn-ea"/>
                <a:sym typeface="+mn-lt"/>
              </a:rPr>
              <a:t>tikz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的 *</a:t>
            </a:r>
            <a:r>
              <a:rPr lang="en-US" altLang="zh-CN" dirty="0">
                <a:cs typeface="+mn-ea"/>
                <a:sym typeface="+mn-lt"/>
              </a:rPr>
              <a:t>.</a:t>
            </a:r>
            <a:r>
              <a:rPr lang="en-US" altLang="zh-CN" dirty="0" err="1">
                <a:cs typeface="+mn-ea"/>
                <a:sym typeface="+mn-lt"/>
              </a:rPr>
              <a:t>tex</a:t>
            </a:r>
            <a:r>
              <a:rPr lang="zh-CN" altLang="en-US" dirty="0">
                <a:cs typeface="+mn-ea"/>
                <a:sym typeface="+mn-lt"/>
              </a:rPr>
              <a:t>，再用 </a:t>
            </a:r>
            <a:r>
              <a:rPr lang="en-US" altLang="zh-CN" dirty="0">
                <a:cs typeface="+mn-ea"/>
                <a:sym typeface="+mn-lt"/>
              </a:rPr>
              <a:t>Latex + </a:t>
            </a:r>
            <a:r>
              <a:rPr lang="en-US" altLang="zh-CN" dirty="0" err="1">
                <a:cs typeface="+mn-ea"/>
                <a:sym typeface="+mn-lt"/>
              </a:rPr>
              <a:t>TikZ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编译 *</a:t>
            </a:r>
            <a:r>
              <a:rPr lang="en-US" altLang="zh-CN" dirty="0">
                <a:cs typeface="+mn-ea"/>
                <a:sym typeface="+mn-lt"/>
              </a:rPr>
              <a:t>.</a:t>
            </a:r>
            <a:r>
              <a:rPr lang="en-US" altLang="zh-CN" dirty="0" err="1">
                <a:cs typeface="+mn-ea"/>
                <a:sym typeface="+mn-lt"/>
              </a:rPr>
              <a:t>tex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生成 *</a:t>
            </a:r>
            <a:r>
              <a:rPr lang="en-US" altLang="zh-CN" dirty="0">
                <a:cs typeface="+mn-ea"/>
                <a:sym typeface="+mn-lt"/>
              </a:rPr>
              <a:t>.pdf (</a:t>
            </a:r>
            <a:r>
              <a:rPr lang="zh-CN" altLang="en-US" dirty="0">
                <a:cs typeface="+mn-ea"/>
                <a:sym typeface="+mn-lt"/>
              </a:rPr>
              <a:t>支持 </a:t>
            </a:r>
            <a:r>
              <a:rPr lang="en-US" altLang="zh-CN" dirty="0">
                <a:cs typeface="+mn-ea"/>
                <a:sym typeface="+mn-lt"/>
              </a:rPr>
              <a:t>Latex </a:t>
            </a:r>
            <a:r>
              <a:rPr lang="zh-CN" altLang="en-US" dirty="0">
                <a:cs typeface="+mn-ea"/>
                <a:sym typeface="+mn-lt"/>
              </a:rPr>
              <a:t>公式）</a:t>
            </a:r>
            <a:endParaRPr lang="en-US" altLang="zh-CN" dirty="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dirty="0">
                <a:cs typeface="+mn-ea"/>
                <a:sym typeface="+mn-lt"/>
              </a:rPr>
              <a:t>Spyder-notebook </a:t>
            </a:r>
            <a:r>
              <a:rPr lang="zh-CN" altLang="en-US" dirty="0">
                <a:cs typeface="+mn-ea"/>
                <a:sym typeface="+mn-lt"/>
              </a:rPr>
              <a:t>里面用 </a:t>
            </a:r>
            <a:r>
              <a:rPr lang="en-US" altLang="zh-CN" dirty="0">
                <a:cs typeface="+mn-ea"/>
                <a:sym typeface="+mn-lt"/>
              </a:rPr>
              <a:t>Python </a:t>
            </a:r>
            <a:r>
              <a:rPr lang="zh-CN" altLang="en-US" dirty="0">
                <a:cs typeface="+mn-ea"/>
                <a:sym typeface="+mn-lt"/>
              </a:rPr>
              <a:t>的 </a:t>
            </a:r>
            <a:r>
              <a:rPr lang="en-US" altLang="zh-CN" dirty="0" err="1">
                <a:cs typeface="+mn-ea"/>
                <a:sym typeface="+mn-lt"/>
              </a:rPr>
              <a:t>matploblib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zh-CN" altLang="en-US" dirty="0">
                <a:cs typeface="+mn-ea"/>
                <a:sym typeface="+mn-lt"/>
              </a:rPr>
              <a:t>手动画图 </a:t>
            </a:r>
            <a:r>
              <a:rPr lang="en-US" altLang="zh-CN" dirty="0">
                <a:cs typeface="+mn-ea"/>
                <a:sym typeface="+mn-lt"/>
              </a:rPr>
              <a:t>(</a:t>
            </a:r>
            <a:r>
              <a:rPr lang="zh-CN" altLang="en-US" dirty="0">
                <a:cs typeface="+mn-ea"/>
                <a:sym typeface="+mn-lt"/>
              </a:rPr>
              <a:t>支持 </a:t>
            </a:r>
            <a:r>
              <a:rPr lang="en-US" altLang="zh-CN" dirty="0">
                <a:cs typeface="+mn-ea"/>
                <a:sym typeface="+mn-lt"/>
              </a:rPr>
              <a:t>Latex </a:t>
            </a:r>
            <a:r>
              <a:rPr lang="zh-CN" altLang="en-US" dirty="0">
                <a:cs typeface="+mn-ea"/>
                <a:sym typeface="+mn-lt"/>
              </a:rPr>
              <a:t>公式做 </a:t>
            </a:r>
            <a:r>
              <a:rPr lang="en-US" altLang="zh-CN" dirty="0">
                <a:cs typeface="+mn-ea"/>
                <a:sym typeface="+mn-lt"/>
              </a:rPr>
              <a:t>label)</a:t>
            </a:r>
            <a:r>
              <a:rPr lang="zh-CN" altLang="en-US" dirty="0">
                <a:cs typeface="+mn-ea"/>
                <a:sym typeface="+mn-lt"/>
              </a:rPr>
              <a:t>。基本例子见 </a:t>
            </a:r>
            <a:r>
              <a:rPr lang="en-US" altLang="zh-CN" dirty="0">
                <a:cs typeface="+mn-ea"/>
                <a:sym typeface="+mn-lt"/>
              </a:rPr>
              <a:t>nn-draw.py</a:t>
            </a:r>
          </a:p>
          <a:p>
            <a:pPr marL="342900" indent="-342900">
              <a:buAutoNum type="arabicPeriod"/>
            </a:pPr>
            <a:endParaRPr lang="en-US" altLang="zh-CN" sz="18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9136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00102F-9B11-47D3-8B7C-EC58DC752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04" y="2378708"/>
            <a:ext cx="4743694" cy="368954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B273CACC-6415-41C1-8FA3-3999E36A402F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B502E3A-8E8E-4CE7-BC0A-9C9F907B4D22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D969467-A2E8-4C41-A21C-E2FF036F1DC6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E81BA3EC-56F4-4CF0-B991-71E3F1E8C34B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(1)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E87C1-0803-4514-A1C2-F91ED507BF20}"/>
              </a:ext>
            </a:extLst>
          </p:cNvPr>
          <p:cNvSpPr txBox="1"/>
          <p:nvPr/>
        </p:nvSpPr>
        <p:spPr>
          <a:xfrm>
            <a:off x="7999517" y="1116995"/>
            <a:ext cx="216676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Win10 </a:t>
            </a:r>
            <a:r>
              <a:rPr lang="en-US" altLang="zh-CN" dirty="0">
                <a:cs typeface="+mn-ea"/>
                <a:sym typeface="+mn-lt"/>
                <a:hlinkClick r:id="rId4"/>
              </a:rPr>
              <a:t>64</a:t>
            </a:r>
            <a:r>
              <a:rPr lang="zh-CN" altLang="en-US" dirty="0">
                <a:cs typeface="+mn-ea"/>
                <a:sym typeface="+mn-lt"/>
                <a:hlinkClick r:id="rId4"/>
              </a:rPr>
              <a:t>位</a:t>
            </a:r>
            <a:r>
              <a:rPr lang="en-US" altLang="zh-CN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  <a:hlinkClick r:id="rId5"/>
              </a:rPr>
              <a:t>32</a:t>
            </a:r>
            <a:r>
              <a:rPr lang="zh-CN" altLang="en-US" dirty="0">
                <a:cs typeface="+mn-ea"/>
                <a:sym typeface="+mn-lt"/>
                <a:hlinkClick r:id="rId5"/>
              </a:rPr>
              <a:t>位</a:t>
            </a:r>
            <a:endParaRPr lang="en-US" altLang="zh-CN" dirty="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+mn-ea"/>
                <a:sym typeface="+mn-lt"/>
                <a:hlinkClick r:id="rId6"/>
              </a:rPr>
              <a:t>官方网站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CB87678A-3344-4621-BE26-16938C6C55E9}"/>
              </a:ext>
            </a:extLst>
          </p:cNvPr>
          <p:cNvSpPr/>
          <p:nvPr/>
        </p:nvSpPr>
        <p:spPr>
          <a:xfrm>
            <a:off x="2170843" y="4676181"/>
            <a:ext cx="1942816" cy="581883"/>
          </a:xfrm>
          <a:prstGeom prst="wedgeRectCallout">
            <a:avLst>
              <a:gd name="adj1" fmla="val 58105"/>
              <a:gd name="adj2" fmla="val 130902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Next&gt;</a:t>
            </a:r>
            <a:endParaRPr lang="en-US" altLang="zh-CN" sz="2000" dirty="0">
              <a:solidFill>
                <a:srgbClr val="00B050"/>
              </a:solidFill>
              <a:cs typeface="+mn-ea"/>
              <a:sym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53954A-506E-48EB-9FFC-F82EDA955BF4}"/>
              </a:ext>
            </a:extLst>
          </p:cNvPr>
          <p:cNvSpPr txBox="1"/>
          <p:nvPr/>
        </p:nvSpPr>
        <p:spPr>
          <a:xfrm>
            <a:off x="643893" y="1411557"/>
            <a:ext cx="5314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cs typeface="+mn-ea"/>
                <a:sym typeface="+mn-lt"/>
              </a:rPr>
              <a:t>1. </a:t>
            </a:r>
            <a:r>
              <a:rPr lang="zh-CN" altLang="en-US" sz="1800" dirty="0">
                <a:cs typeface="+mn-ea"/>
                <a:sym typeface="+mn-lt"/>
              </a:rPr>
              <a:t>双击运行 </a:t>
            </a:r>
            <a:r>
              <a:rPr lang="en-US" altLang="zh-CN" sz="1800" dirty="0">
                <a:cs typeface="+mn-ea"/>
                <a:sym typeface="+mn-lt"/>
              </a:rPr>
              <a:t>graphviz-install-2.44.1-win64.exe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370460-5088-490C-BC0D-699A7C9D56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485" y="222437"/>
            <a:ext cx="1784442" cy="17907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E8CF4D-4B1B-4A93-B066-3826A2B81B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0347" y="2378708"/>
            <a:ext cx="4743694" cy="3689540"/>
          </a:xfrm>
          <a:prstGeom prst="rect">
            <a:avLst/>
          </a:prstGeom>
        </p:spPr>
      </p:pic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E4C1AAD8-73D5-42D8-AF3D-749309BF9796}"/>
              </a:ext>
            </a:extLst>
          </p:cNvPr>
          <p:cNvSpPr/>
          <p:nvPr/>
        </p:nvSpPr>
        <p:spPr>
          <a:xfrm>
            <a:off x="7760786" y="4676181"/>
            <a:ext cx="2117732" cy="581883"/>
          </a:xfrm>
          <a:prstGeom prst="wedgeRectCallout">
            <a:avLst>
              <a:gd name="adj1" fmla="val 58105"/>
              <a:gd name="adj2" fmla="val 130902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3.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I Agree</a:t>
            </a:r>
          </a:p>
        </p:txBody>
      </p:sp>
    </p:spTree>
    <p:extLst>
      <p:ext uri="{BB962C8B-B14F-4D97-AF65-F5344CB8AC3E}">
        <p14:creationId xmlns:p14="http://schemas.microsoft.com/office/powerpoint/2010/main" val="196935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138A7-A62D-4527-82A7-CC4B840E1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89" y="1988968"/>
            <a:ext cx="4743694" cy="3689540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B273CACC-6415-41C1-8FA3-3999E36A402F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B502E3A-8E8E-4CE7-BC0A-9C9F907B4D22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CD969467-A2E8-4C41-A21C-E2FF036F1DC6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E81BA3EC-56F4-4CF0-B991-71E3F1E8C34B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(2)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CB87678A-3344-4621-BE26-16938C6C55E9}"/>
              </a:ext>
            </a:extLst>
          </p:cNvPr>
          <p:cNvSpPr/>
          <p:nvPr/>
        </p:nvSpPr>
        <p:spPr>
          <a:xfrm>
            <a:off x="471054" y="4474820"/>
            <a:ext cx="3111595" cy="651820"/>
          </a:xfrm>
          <a:prstGeom prst="wedgeRectCallout">
            <a:avLst>
              <a:gd name="adj1" fmla="val -29063"/>
              <a:gd name="adj2" fmla="val -149301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4.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选第三项，添加到当前用户的路径中</a:t>
            </a:r>
            <a:endParaRPr lang="en-US" altLang="zh-CN" sz="2000" dirty="0">
              <a:solidFill>
                <a:srgbClr val="00B050"/>
              </a:solidFill>
              <a:cs typeface="+mn-ea"/>
              <a:sym typeface="+mn-lt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E4C1AAD8-73D5-42D8-AF3D-749309BF9796}"/>
              </a:ext>
            </a:extLst>
          </p:cNvPr>
          <p:cNvSpPr/>
          <p:nvPr/>
        </p:nvSpPr>
        <p:spPr>
          <a:xfrm>
            <a:off x="3947484" y="4105489"/>
            <a:ext cx="1967833" cy="581883"/>
          </a:xfrm>
          <a:prstGeom prst="wedgeRectCallout">
            <a:avLst>
              <a:gd name="adj1" fmla="val -18396"/>
              <a:gd name="adj2" fmla="val 188866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5.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Next&gt;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103875-05D9-4CBD-82DA-AF000202E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0333" y="1988968"/>
            <a:ext cx="4743694" cy="3689540"/>
          </a:xfrm>
          <a:prstGeom prst="rect">
            <a:avLst/>
          </a:prstGeom>
        </p:spPr>
      </p:pic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F36F2D0D-1B38-4610-9F02-0DB4144C1F7D}"/>
              </a:ext>
            </a:extLst>
          </p:cNvPr>
          <p:cNvSpPr/>
          <p:nvPr/>
        </p:nvSpPr>
        <p:spPr>
          <a:xfrm>
            <a:off x="6895475" y="3375541"/>
            <a:ext cx="2334605" cy="651820"/>
          </a:xfrm>
          <a:prstGeom prst="wedgeRectCallout">
            <a:avLst>
              <a:gd name="adj1" fmla="val 2492"/>
              <a:gd name="adj2" fmla="val 84123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6.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安装到默认位置</a:t>
            </a:r>
            <a:endParaRPr lang="en-US" altLang="zh-CN" sz="2000" dirty="0">
              <a:solidFill>
                <a:srgbClr val="00B050"/>
              </a:solidFill>
              <a:cs typeface="+mn-ea"/>
              <a:sym typeface="+mn-lt"/>
            </a:endParaRPr>
          </a:p>
        </p:txBody>
      </p:sp>
      <p:sp>
        <p:nvSpPr>
          <p:cNvPr id="27" name="Speech Bubble: Rectangle 26">
            <a:extLst>
              <a:ext uri="{FF2B5EF4-FFF2-40B4-BE49-F238E27FC236}">
                <a16:creationId xmlns:a16="http://schemas.microsoft.com/office/drawing/2014/main" id="{391CB91D-141F-4E92-9B67-BDB8A66737BC}"/>
              </a:ext>
            </a:extLst>
          </p:cNvPr>
          <p:cNvSpPr/>
          <p:nvPr/>
        </p:nvSpPr>
        <p:spPr>
          <a:xfrm>
            <a:off x="8789422" y="4474820"/>
            <a:ext cx="2334605" cy="651820"/>
          </a:xfrm>
          <a:prstGeom prst="wedgeRectCallout">
            <a:avLst>
              <a:gd name="adj1" fmla="val 2492"/>
              <a:gd name="adj2" fmla="val 84123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7.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Next&gt;</a:t>
            </a:r>
          </a:p>
        </p:txBody>
      </p:sp>
    </p:spTree>
    <p:extLst>
      <p:ext uri="{BB962C8B-B14F-4D97-AF65-F5344CB8AC3E}">
        <p14:creationId xmlns:p14="http://schemas.microsoft.com/office/powerpoint/2010/main" val="424578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1" grpId="0" animBg="1"/>
      <p:bldP spid="23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DCD487-7231-4A8F-BC69-DFADC137B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73" y="1271443"/>
            <a:ext cx="4743694" cy="3689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B0D212-C320-492C-90DB-901B8FE6F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96" y="5211849"/>
            <a:ext cx="3657788" cy="13970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9379B1-BAD7-4D77-A7A5-E4BABF36B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101" y="1271443"/>
            <a:ext cx="4743694" cy="3689540"/>
          </a:xfrm>
          <a:prstGeom prst="rect">
            <a:avLst/>
          </a:prstGeom>
        </p:spPr>
      </p:pic>
      <p:grpSp>
        <p:nvGrpSpPr>
          <p:cNvPr id="8" name="组合 23">
            <a:extLst>
              <a:ext uri="{FF2B5EF4-FFF2-40B4-BE49-F238E27FC236}">
                <a16:creationId xmlns:a16="http://schemas.microsoft.com/office/drawing/2014/main" id="{651B5A14-060C-4E91-BE58-6C827036CB0D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9" name="矩形 24">
              <a:extLst>
                <a:ext uri="{FF2B5EF4-FFF2-40B4-BE49-F238E27FC236}">
                  <a16:creationId xmlns:a16="http://schemas.microsoft.com/office/drawing/2014/main" id="{CFB1D96B-84DC-408A-9D14-10FCC1BF49DE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0" name="直接连接符 25">
              <a:extLst>
                <a:ext uri="{FF2B5EF4-FFF2-40B4-BE49-F238E27FC236}">
                  <a16:creationId xmlns:a16="http://schemas.microsoft.com/office/drawing/2014/main" id="{F4E566B5-8716-4520-A831-AC398373E612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29">
            <a:extLst>
              <a:ext uri="{FF2B5EF4-FFF2-40B4-BE49-F238E27FC236}">
                <a16:creationId xmlns:a16="http://schemas.microsoft.com/office/drawing/2014/main" id="{62A823B5-D97B-47F3-AB61-DF646592454B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(3)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51032814-7F61-4D1E-B746-1D1C80205688}"/>
              </a:ext>
            </a:extLst>
          </p:cNvPr>
          <p:cNvSpPr/>
          <p:nvPr/>
        </p:nvSpPr>
        <p:spPr>
          <a:xfrm>
            <a:off x="2545483" y="3429000"/>
            <a:ext cx="2334605" cy="651820"/>
          </a:xfrm>
          <a:prstGeom prst="wedgeRectCallout">
            <a:avLst>
              <a:gd name="adj1" fmla="val 5061"/>
              <a:gd name="adj2" fmla="val 140467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8.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Install&gt;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3336A2D5-FA6E-40D0-AB04-C0A0DF8CBE0C}"/>
              </a:ext>
            </a:extLst>
          </p:cNvPr>
          <p:cNvSpPr/>
          <p:nvPr/>
        </p:nvSpPr>
        <p:spPr>
          <a:xfrm>
            <a:off x="5213030" y="5584474"/>
            <a:ext cx="6509278" cy="868789"/>
          </a:xfrm>
          <a:prstGeom prst="wedgeRectCallout">
            <a:avLst>
              <a:gd name="adj1" fmla="val -66384"/>
              <a:gd name="adj2" fmla="val 40706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9.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OK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我的系统安装了太多软件，当前用户的 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PATH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变量太长，它无法修改，出现这种情况。按照下一页的步骤，手工修改 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PATH</a:t>
            </a:r>
            <a:endParaRPr lang="en-US" altLang="zh-CN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C000712E-F046-46AE-A914-774F90DB4C89}"/>
              </a:ext>
            </a:extLst>
          </p:cNvPr>
          <p:cNvSpPr/>
          <p:nvPr/>
        </p:nvSpPr>
        <p:spPr>
          <a:xfrm>
            <a:off x="8858840" y="3390275"/>
            <a:ext cx="2334605" cy="651820"/>
          </a:xfrm>
          <a:prstGeom prst="wedgeRectCallout">
            <a:avLst>
              <a:gd name="adj1" fmla="val 5061"/>
              <a:gd name="adj2" fmla="val 140467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10.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Finish</a:t>
            </a:r>
          </a:p>
        </p:txBody>
      </p:sp>
    </p:spTree>
    <p:extLst>
      <p:ext uri="{BB962C8B-B14F-4D97-AF65-F5344CB8AC3E}">
        <p14:creationId xmlns:p14="http://schemas.microsoft.com/office/powerpoint/2010/main" val="2497045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1AEB4DD-371A-4E2A-8561-50977AA135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2"/>
          <a:stretch/>
        </p:blipFill>
        <p:spPr>
          <a:xfrm>
            <a:off x="374073" y="1282912"/>
            <a:ext cx="3441793" cy="5440503"/>
          </a:xfrm>
          <a:prstGeom prst="rect">
            <a:avLst/>
          </a:prstGeom>
        </p:spPr>
      </p:pic>
      <p:grpSp>
        <p:nvGrpSpPr>
          <p:cNvPr id="8" name="组合 23">
            <a:extLst>
              <a:ext uri="{FF2B5EF4-FFF2-40B4-BE49-F238E27FC236}">
                <a16:creationId xmlns:a16="http://schemas.microsoft.com/office/drawing/2014/main" id="{651B5A14-060C-4E91-BE58-6C827036CB0D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9" name="矩形 24">
              <a:extLst>
                <a:ext uri="{FF2B5EF4-FFF2-40B4-BE49-F238E27FC236}">
                  <a16:creationId xmlns:a16="http://schemas.microsoft.com/office/drawing/2014/main" id="{CFB1D96B-84DC-408A-9D14-10FCC1BF49DE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0" name="直接连接符 25">
              <a:extLst>
                <a:ext uri="{FF2B5EF4-FFF2-40B4-BE49-F238E27FC236}">
                  <a16:creationId xmlns:a16="http://schemas.microsoft.com/office/drawing/2014/main" id="{F4E566B5-8716-4520-A831-AC398373E612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29">
            <a:extLst>
              <a:ext uri="{FF2B5EF4-FFF2-40B4-BE49-F238E27FC236}">
                <a16:creationId xmlns:a16="http://schemas.microsoft.com/office/drawing/2014/main" id="{62A823B5-D97B-47F3-AB61-DF646592454B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(4):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手工修改 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PATH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5" name="Speech Bubble: Rectangle 14">
            <a:extLst>
              <a:ext uri="{FF2B5EF4-FFF2-40B4-BE49-F238E27FC236}">
                <a16:creationId xmlns:a16="http://schemas.microsoft.com/office/drawing/2014/main" id="{1F75FD54-1CAC-474F-8B03-25AAF774ECCD}"/>
              </a:ext>
            </a:extLst>
          </p:cNvPr>
          <p:cNvSpPr/>
          <p:nvPr/>
        </p:nvSpPr>
        <p:spPr>
          <a:xfrm>
            <a:off x="3590380" y="5301753"/>
            <a:ext cx="2334605" cy="651820"/>
          </a:xfrm>
          <a:prstGeom prst="wedgeRectCallout">
            <a:avLst>
              <a:gd name="adj1" fmla="val -98957"/>
              <a:gd name="adj2" fmla="val 131268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1.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中文版输入 “环境变量”</a:t>
            </a:r>
            <a:endParaRPr lang="en-US" altLang="zh-CN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FDECC3B7-13F4-4C3E-B38E-E043F261130B}"/>
              </a:ext>
            </a:extLst>
          </p:cNvPr>
          <p:cNvSpPr/>
          <p:nvPr/>
        </p:nvSpPr>
        <p:spPr>
          <a:xfrm>
            <a:off x="3398006" y="2379049"/>
            <a:ext cx="2334605" cy="651820"/>
          </a:xfrm>
          <a:prstGeom prst="wedgeRectCallout">
            <a:avLst>
              <a:gd name="adj1" fmla="val -93499"/>
              <a:gd name="adj2" fmla="val -117104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点击“编辑系统环境变量”</a:t>
            </a:r>
            <a:endParaRPr lang="en-US" altLang="zh-CN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9" name="Picture 18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E5319A-5BD6-4A9F-BC0F-FADD5DFCC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9799" y="1282912"/>
            <a:ext cx="4743694" cy="5327924"/>
          </a:xfrm>
          <a:prstGeom prst="rect">
            <a:avLst/>
          </a:prstGeom>
        </p:spPr>
      </p:pic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26D87030-8943-4D47-A41D-78E2EE2D1A7A}"/>
              </a:ext>
            </a:extLst>
          </p:cNvPr>
          <p:cNvSpPr/>
          <p:nvPr/>
        </p:nvSpPr>
        <p:spPr>
          <a:xfrm>
            <a:off x="9419158" y="1828035"/>
            <a:ext cx="2505620" cy="651820"/>
          </a:xfrm>
          <a:prstGeom prst="wedgeRectCallout">
            <a:avLst>
              <a:gd name="adj1" fmla="val -92316"/>
              <a:gd name="adj2" fmla="val -50412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点击“高级”标签</a:t>
            </a:r>
            <a:endParaRPr lang="en-US" altLang="zh-CN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6CF836FD-7B4A-4A96-8551-244A952F1B8B}"/>
              </a:ext>
            </a:extLst>
          </p:cNvPr>
          <p:cNvSpPr/>
          <p:nvPr/>
        </p:nvSpPr>
        <p:spPr>
          <a:xfrm>
            <a:off x="7032173" y="5134130"/>
            <a:ext cx="2646579" cy="534137"/>
          </a:xfrm>
          <a:prstGeom prst="wedgeRectCallout">
            <a:avLst>
              <a:gd name="adj1" fmla="val 54856"/>
              <a:gd name="adj2" fmla="val 74924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4.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环境变量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325075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03525-7B14-4F79-9160-2E2ADE026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072" y="1269103"/>
            <a:ext cx="5624946" cy="5398788"/>
          </a:xfrm>
          <a:prstGeom prst="rect">
            <a:avLst/>
          </a:prstGeom>
        </p:spPr>
      </p:pic>
      <p:grpSp>
        <p:nvGrpSpPr>
          <p:cNvPr id="8" name="组合 23">
            <a:extLst>
              <a:ext uri="{FF2B5EF4-FFF2-40B4-BE49-F238E27FC236}">
                <a16:creationId xmlns:a16="http://schemas.microsoft.com/office/drawing/2014/main" id="{651B5A14-060C-4E91-BE58-6C827036CB0D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9" name="矩形 24">
              <a:extLst>
                <a:ext uri="{FF2B5EF4-FFF2-40B4-BE49-F238E27FC236}">
                  <a16:creationId xmlns:a16="http://schemas.microsoft.com/office/drawing/2014/main" id="{CFB1D96B-84DC-408A-9D14-10FCC1BF49DE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0" name="直接连接符 25">
              <a:extLst>
                <a:ext uri="{FF2B5EF4-FFF2-40B4-BE49-F238E27FC236}">
                  <a16:creationId xmlns:a16="http://schemas.microsoft.com/office/drawing/2014/main" id="{F4E566B5-8716-4520-A831-AC398373E612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29">
            <a:extLst>
              <a:ext uri="{FF2B5EF4-FFF2-40B4-BE49-F238E27FC236}">
                <a16:creationId xmlns:a16="http://schemas.microsoft.com/office/drawing/2014/main" id="{62A823B5-D97B-47F3-AB61-DF646592454B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(5):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手工修改 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PATH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26D87030-8943-4D47-A41D-78E2EE2D1A7A}"/>
              </a:ext>
            </a:extLst>
          </p:cNvPr>
          <p:cNvSpPr/>
          <p:nvPr/>
        </p:nvSpPr>
        <p:spPr>
          <a:xfrm>
            <a:off x="2163919" y="2594177"/>
            <a:ext cx="2505620" cy="651820"/>
          </a:xfrm>
          <a:prstGeom prst="wedgeRectCallout">
            <a:avLst>
              <a:gd name="adj1" fmla="val -92316"/>
              <a:gd name="adj2" fmla="val -50412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5.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Path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 变量</a:t>
            </a:r>
            <a:endParaRPr lang="en-US" altLang="zh-CN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E80105E3-5A90-41A8-8FA4-5CD6AFDDA5FA}"/>
              </a:ext>
            </a:extLst>
          </p:cNvPr>
          <p:cNvSpPr/>
          <p:nvPr/>
        </p:nvSpPr>
        <p:spPr>
          <a:xfrm>
            <a:off x="3402170" y="4304002"/>
            <a:ext cx="2646579" cy="534137"/>
          </a:xfrm>
          <a:prstGeom prst="wedgeRectCallout">
            <a:avLst>
              <a:gd name="adj1" fmla="val -4049"/>
              <a:gd name="adj2" fmla="val -150993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6.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编辑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(E)…</a:t>
            </a:r>
          </a:p>
        </p:txBody>
      </p:sp>
      <p:pic>
        <p:nvPicPr>
          <p:cNvPr id="5" name="Picture 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F951F2EF-C07D-4F36-A316-3514FF02A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08" y="1352434"/>
            <a:ext cx="5251720" cy="5054860"/>
          </a:xfrm>
          <a:prstGeom prst="rect">
            <a:avLst/>
          </a:prstGeom>
        </p:spPr>
      </p:pic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6C4E0182-C9F7-4925-946E-21CF9101601A}"/>
              </a:ext>
            </a:extLst>
          </p:cNvPr>
          <p:cNvSpPr/>
          <p:nvPr/>
        </p:nvSpPr>
        <p:spPr>
          <a:xfrm>
            <a:off x="6380333" y="3612795"/>
            <a:ext cx="2646579" cy="534137"/>
          </a:xfrm>
          <a:prstGeom prst="wedgeRectCallout">
            <a:avLst>
              <a:gd name="adj1" fmla="val -19342"/>
              <a:gd name="adj2" fmla="val -160816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7.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点击第一个空白行</a:t>
            </a:r>
            <a:endParaRPr lang="en-US" altLang="zh-CN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7CD5F99A-24AB-4A20-B57C-EC8F3182097A}"/>
              </a:ext>
            </a:extLst>
          </p:cNvPr>
          <p:cNvSpPr/>
          <p:nvPr/>
        </p:nvSpPr>
        <p:spPr>
          <a:xfrm>
            <a:off x="8070937" y="2978136"/>
            <a:ext cx="2646579" cy="534137"/>
          </a:xfrm>
          <a:prstGeom prst="wedgeRectCallout">
            <a:avLst>
              <a:gd name="adj1" fmla="val 53157"/>
              <a:gd name="adj2" fmla="val -103284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8.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浏览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(B)…</a:t>
            </a:r>
          </a:p>
        </p:txBody>
      </p:sp>
    </p:spTree>
    <p:extLst>
      <p:ext uri="{BB962C8B-B14F-4D97-AF65-F5344CB8AC3E}">
        <p14:creationId xmlns:p14="http://schemas.microsoft.com/office/powerpoint/2010/main" val="414828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4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978372-792B-4D70-AFA1-19B3BB53C1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4" y="1422748"/>
            <a:ext cx="4337273" cy="4642089"/>
          </a:xfrm>
          <a:prstGeom prst="rect">
            <a:avLst/>
          </a:prstGeom>
        </p:spPr>
      </p:pic>
      <p:grpSp>
        <p:nvGrpSpPr>
          <p:cNvPr id="8" name="组合 23">
            <a:extLst>
              <a:ext uri="{FF2B5EF4-FFF2-40B4-BE49-F238E27FC236}">
                <a16:creationId xmlns:a16="http://schemas.microsoft.com/office/drawing/2014/main" id="{651B5A14-060C-4E91-BE58-6C827036CB0D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9" name="矩形 24">
              <a:extLst>
                <a:ext uri="{FF2B5EF4-FFF2-40B4-BE49-F238E27FC236}">
                  <a16:creationId xmlns:a16="http://schemas.microsoft.com/office/drawing/2014/main" id="{CFB1D96B-84DC-408A-9D14-10FCC1BF49DE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10" name="直接连接符 25">
              <a:extLst>
                <a:ext uri="{FF2B5EF4-FFF2-40B4-BE49-F238E27FC236}">
                  <a16:creationId xmlns:a16="http://schemas.microsoft.com/office/drawing/2014/main" id="{F4E566B5-8716-4520-A831-AC398373E612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29">
            <a:extLst>
              <a:ext uri="{FF2B5EF4-FFF2-40B4-BE49-F238E27FC236}">
                <a16:creationId xmlns:a16="http://schemas.microsoft.com/office/drawing/2014/main" id="{62A823B5-D97B-47F3-AB61-DF646592454B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(6):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手工修改 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PATH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3" name="Speech Bubble: Rectangle 22">
            <a:extLst>
              <a:ext uri="{FF2B5EF4-FFF2-40B4-BE49-F238E27FC236}">
                <a16:creationId xmlns:a16="http://schemas.microsoft.com/office/drawing/2014/main" id="{6C4E0182-C9F7-4925-946E-21CF9101601A}"/>
              </a:ext>
            </a:extLst>
          </p:cNvPr>
          <p:cNvSpPr/>
          <p:nvPr/>
        </p:nvSpPr>
        <p:spPr>
          <a:xfrm>
            <a:off x="5181120" y="2046159"/>
            <a:ext cx="2646579" cy="1283810"/>
          </a:xfrm>
          <a:prstGeom prst="wedgeRectCallout">
            <a:avLst>
              <a:gd name="adj1" fmla="val -97505"/>
              <a:gd name="adj2" fmla="val 35204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7.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选中 </a:t>
            </a:r>
            <a:r>
              <a:rPr lang="de-DE" altLang="zh-CN" sz="2000" dirty="0">
                <a:solidFill>
                  <a:schemeClr val="tx1"/>
                </a:solidFill>
                <a:cs typeface="+mn-ea"/>
                <a:sym typeface="+mn-lt"/>
              </a:rPr>
              <a:t>C:\Program Files\Graphviz 2.44.1\bin</a:t>
            </a:r>
            <a:endParaRPr lang="en-US" altLang="zh-CN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7CD5F99A-24AB-4A20-B57C-EC8F3182097A}"/>
              </a:ext>
            </a:extLst>
          </p:cNvPr>
          <p:cNvSpPr/>
          <p:nvPr/>
        </p:nvSpPr>
        <p:spPr>
          <a:xfrm>
            <a:off x="5237796" y="4971827"/>
            <a:ext cx="2646579" cy="941792"/>
          </a:xfrm>
          <a:prstGeom prst="wedgeRectCallout">
            <a:avLst>
              <a:gd name="adj1" fmla="val -110815"/>
              <a:gd name="adj2" fmla="val 29226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9.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点击 </a:t>
            </a:r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确定</a:t>
            </a:r>
            <a:endParaRPr lang="en-US" altLang="zh-CN" sz="2000" dirty="0">
              <a:solidFill>
                <a:schemeClr val="tx1"/>
              </a:solidFill>
              <a:cs typeface="+mn-ea"/>
              <a:sym typeface="+mn-lt"/>
            </a:endParaRPr>
          </a:p>
          <a:p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之后点确定把其它窗口也关闭</a:t>
            </a:r>
            <a:endParaRPr lang="en-US" altLang="zh-CN" sz="20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598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C88C6E-75C5-47AD-B759-5D6FFDBAF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3" y="1881231"/>
            <a:ext cx="7004410" cy="1371670"/>
          </a:xfrm>
          <a:prstGeom prst="rect">
            <a:avLst/>
          </a:prstGeom>
        </p:spPr>
      </p:pic>
      <p:grpSp>
        <p:nvGrpSpPr>
          <p:cNvPr id="4" name="组合 23">
            <a:extLst>
              <a:ext uri="{FF2B5EF4-FFF2-40B4-BE49-F238E27FC236}">
                <a16:creationId xmlns:a16="http://schemas.microsoft.com/office/drawing/2014/main" id="{A69B9447-9B22-452C-880A-4F30FD83C89B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5" name="矩形 24">
              <a:extLst>
                <a:ext uri="{FF2B5EF4-FFF2-40B4-BE49-F238E27FC236}">
                  <a16:creationId xmlns:a16="http://schemas.microsoft.com/office/drawing/2014/main" id="{0063A803-F0FA-423E-8C0B-D3ECE09FF7D2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6" name="直接连接符 25">
              <a:extLst>
                <a:ext uri="{FF2B5EF4-FFF2-40B4-BE49-F238E27FC236}">
                  <a16:creationId xmlns:a16="http://schemas.microsoft.com/office/drawing/2014/main" id="{1A661FE2-00F9-4A6C-A1A3-608563A2AD82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29">
            <a:extLst>
              <a:ext uri="{FF2B5EF4-FFF2-40B4-BE49-F238E27FC236}">
                <a16:creationId xmlns:a16="http://schemas.microsoft.com/office/drawing/2014/main" id="{A2443148-B56C-4A12-811F-EE7B81F94EFA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(7):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登记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plugins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7B48D2-52FF-4B11-9850-35CEC80AA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73" y="4122778"/>
            <a:ext cx="4603987" cy="14605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1EF8FC-47BB-4216-A6AB-3A391A7C7CE6}"/>
              </a:ext>
            </a:extLst>
          </p:cNvPr>
          <p:cNvSpPr txBox="1"/>
          <p:nvPr/>
        </p:nvSpPr>
        <p:spPr>
          <a:xfrm>
            <a:off x="374073" y="1345440"/>
            <a:ext cx="597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 </a:t>
            </a:r>
            <a:r>
              <a:rPr lang="zh-CN" altLang="en-US" dirty="0"/>
              <a:t>运行 </a:t>
            </a:r>
            <a:r>
              <a:rPr lang="en-US" altLang="zh-CN" dirty="0" err="1"/>
              <a:t>cmd</a:t>
            </a:r>
            <a:r>
              <a:rPr lang="en-US" altLang="zh-CN" dirty="0"/>
              <a:t> </a:t>
            </a:r>
            <a:r>
              <a:rPr lang="zh-CN" altLang="en-US" dirty="0"/>
              <a:t>打开命令窗口，在命令窗口运行 </a:t>
            </a:r>
            <a:r>
              <a:rPr lang="en-US" altLang="zh-CN" b="1" dirty="0">
                <a:solidFill>
                  <a:schemeClr val="accent1"/>
                </a:solidFill>
              </a:rPr>
              <a:t>dot</a:t>
            </a:r>
            <a:endParaRPr lang="zh-CN" altLang="en-US" dirty="0"/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D1378E55-583A-4265-AF00-60530EA65203}"/>
              </a:ext>
            </a:extLst>
          </p:cNvPr>
          <p:cNvSpPr/>
          <p:nvPr/>
        </p:nvSpPr>
        <p:spPr>
          <a:xfrm>
            <a:off x="7684477" y="1791326"/>
            <a:ext cx="3693057" cy="1283810"/>
          </a:xfrm>
          <a:prstGeom prst="wedgeRectCallout">
            <a:avLst>
              <a:gd name="adj1" fmla="val -97505"/>
              <a:gd name="adj2" fmla="val 35204"/>
            </a:avLst>
          </a:prstGeom>
          <a:ln w="2857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提示没有 </a:t>
            </a:r>
            <a:r>
              <a:rPr lang="en-US" altLang="zh-CN" sz="2000" dirty="0">
                <a:solidFill>
                  <a:schemeClr val="tx1"/>
                </a:solidFill>
                <a:cs typeface="+mn-ea"/>
                <a:sym typeface="+mn-lt"/>
              </a:rPr>
              <a:t>layout engine</a:t>
            </a:r>
            <a:r>
              <a:rPr lang="zh-CN" altLang="en-US" sz="2000" dirty="0">
                <a:solidFill>
                  <a:schemeClr val="tx1"/>
                </a:solidFill>
                <a:cs typeface="+mn-ea"/>
                <a:sym typeface="+mn-lt"/>
              </a:rPr>
              <a:t>。需要用管理员身份运行 </a:t>
            </a:r>
            <a:r>
              <a:rPr lang="en-US" altLang="zh-CN" sz="2000" b="1" dirty="0">
                <a:solidFill>
                  <a:schemeClr val="accent1"/>
                </a:solidFill>
                <a:cs typeface="+mn-ea"/>
                <a:sym typeface="+mn-lt"/>
              </a:rPr>
              <a:t>dot -c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C7DE6-FC3D-44AA-B173-E7BA6E5A3294}"/>
              </a:ext>
            </a:extLst>
          </p:cNvPr>
          <p:cNvSpPr txBox="1"/>
          <p:nvPr/>
        </p:nvSpPr>
        <p:spPr>
          <a:xfrm>
            <a:off x="271640" y="3581438"/>
            <a:ext cx="6942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en-US" dirty="0"/>
              <a:t>以管理员身份运行 </a:t>
            </a:r>
            <a:r>
              <a:rPr lang="en-US" altLang="zh-CN" dirty="0" err="1"/>
              <a:t>cmd</a:t>
            </a:r>
            <a:r>
              <a:rPr lang="en-US" altLang="zh-CN" dirty="0"/>
              <a:t> </a:t>
            </a:r>
            <a:r>
              <a:rPr lang="zh-CN" altLang="en-US" dirty="0"/>
              <a:t>打开命令窗口，在命令窗口运行 </a:t>
            </a:r>
            <a:r>
              <a:rPr lang="en-US" altLang="zh-CN" b="1" dirty="0">
                <a:solidFill>
                  <a:schemeClr val="accent1"/>
                </a:solidFill>
              </a:rPr>
              <a:t>dot -c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3580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70B80AF-F470-44C3-9468-CD981CE4A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408" y="4386195"/>
            <a:ext cx="7303370" cy="2108995"/>
          </a:xfrm>
          <a:prstGeom prst="rect">
            <a:avLst/>
          </a:prstGeom>
        </p:spPr>
      </p:pic>
      <p:grpSp>
        <p:nvGrpSpPr>
          <p:cNvPr id="4" name="组合 23">
            <a:extLst>
              <a:ext uri="{FF2B5EF4-FFF2-40B4-BE49-F238E27FC236}">
                <a16:creationId xmlns:a16="http://schemas.microsoft.com/office/drawing/2014/main" id="{A69B9447-9B22-452C-880A-4F30FD83C89B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5" name="矩形 24">
              <a:extLst>
                <a:ext uri="{FF2B5EF4-FFF2-40B4-BE49-F238E27FC236}">
                  <a16:creationId xmlns:a16="http://schemas.microsoft.com/office/drawing/2014/main" id="{0063A803-F0FA-423E-8C0B-D3ECE09FF7D2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6" name="直接连接符 25">
              <a:extLst>
                <a:ext uri="{FF2B5EF4-FFF2-40B4-BE49-F238E27FC236}">
                  <a16:creationId xmlns:a16="http://schemas.microsoft.com/office/drawing/2014/main" id="{1A661FE2-00F9-4A6C-A1A3-608563A2AD82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29">
            <a:extLst>
              <a:ext uri="{FF2B5EF4-FFF2-40B4-BE49-F238E27FC236}">
                <a16:creationId xmlns:a16="http://schemas.microsoft.com/office/drawing/2014/main" id="{A2443148-B56C-4A12-811F-EE7B81F94EFA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安装 </a:t>
            </a: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-python</a:t>
            </a:r>
            <a:endParaRPr lang="zh-CN" altLang="en-US" sz="3600" b="1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EF8FC-47BB-4216-A6AB-3A391A7C7CE6}"/>
              </a:ext>
            </a:extLst>
          </p:cNvPr>
          <p:cNvSpPr txBox="1"/>
          <p:nvPr/>
        </p:nvSpPr>
        <p:spPr>
          <a:xfrm>
            <a:off x="374073" y="1345440"/>
            <a:ext cx="65588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以管理员身份运行 </a:t>
            </a:r>
            <a:r>
              <a:rPr lang="en-US" altLang="zh-CN" b="1" dirty="0">
                <a:solidFill>
                  <a:schemeClr val="accent1"/>
                </a:solidFill>
              </a:rPr>
              <a:t>Anaconda Prompt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切换到要安装的 </a:t>
            </a:r>
            <a:r>
              <a:rPr lang="en-US" altLang="zh-CN" dirty="0"/>
              <a:t>Python </a:t>
            </a:r>
            <a:r>
              <a:rPr lang="zh-CN" altLang="en-US" dirty="0"/>
              <a:t>虚拟环境比如 </a:t>
            </a:r>
            <a:r>
              <a:rPr lang="en-US" altLang="zh-CN" dirty="0"/>
              <a:t>tf2</a:t>
            </a:r>
            <a:r>
              <a:rPr lang="zh-CN" altLang="en-US" dirty="0"/>
              <a:t>： </a:t>
            </a:r>
            <a:r>
              <a:rPr lang="en-US" altLang="zh-CN" b="1" dirty="0">
                <a:solidFill>
                  <a:schemeClr val="accent1"/>
                </a:solidFill>
              </a:rPr>
              <a:t>activate tf2</a:t>
            </a:r>
          </a:p>
          <a:p>
            <a:pPr marL="342900" indent="-342900">
              <a:buAutoNum type="arabicPeriod"/>
            </a:pPr>
            <a:r>
              <a:rPr lang="zh-CN" altLang="en-US" dirty="0"/>
              <a:t>运行：</a:t>
            </a:r>
            <a:r>
              <a:rPr lang="en-US" altLang="zh-CN" b="1" dirty="0">
                <a:solidFill>
                  <a:schemeClr val="accent1"/>
                </a:solidFill>
              </a:rPr>
              <a:t>pip install </a:t>
            </a:r>
            <a:r>
              <a:rPr lang="en-US" altLang="zh-CN" b="1" dirty="0" err="1">
                <a:solidFill>
                  <a:schemeClr val="accent1"/>
                </a:solidFill>
              </a:rPr>
              <a:t>graphviz</a:t>
            </a:r>
            <a:endParaRPr lang="en-US" altLang="zh-CN" b="1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/>
              <a:t>启动 </a:t>
            </a:r>
            <a:r>
              <a:rPr lang="en-US" altLang="zh-CN" dirty="0"/>
              <a:t>Spyder, </a:t>
            </a:r>
            <a:r>
              <a:rPr lang="zh-CN" altLang="en-US" dirty="0"/>
              <a:t>创建一个</a:t>
            </a:r>
            <a:r>
              <a:rPr lang="en-US" altLang="zh-CN" dirty="0"/>
              <a:t>Python </a:t>
            </a:r>
            <a:r>
              <a:rPr lang="zh-CN" altLang="en-US" dirty="0"/>
              <a:t>或者 </a:t>
            </a:r>
            <a:r>
              <a:rPr lang="en-US" altLang="zh-CN" dirty="0"/>
              <a:t>Notebook </a:t>
            </a:r>
            <a:r>
              <a:rPr lang="zh-CN" altLang="en-US" dirty="0"/>
              <a:t>文件，运行以下代码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chemeClr val="accent1"/>
                </a:solidFill>
              </a:rPr>
              <a:t>from </a:t>
            </a:r>
            <a:r>
              <a:rPr lang="en-US" altLang="zh-CN" dirty="0" err="1">
                <a:solidFill>
                  <a:schemeClr val="accent1"/>
                </a:solidFill>
              </a:rPr>
              <a:t>graphviz</a:t>
            </a:r>
            <a:r>
              <a:rPr lang="en-US" altLang="zh-CN" dirty="0">
                <a:solidFill>
                  <a:schemeClr val="accent1"/>
                </a:solidFill>
              </a:rPr>
              <a:t> import Digraph</a:t>
            </a: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dot = Digraph(comment='The Round Table')</a:t>
            </a: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 err="1">
                <a:solidFill>
                  <a:schemeClr val="accent1"/>
                </a:solidFill>
              </a:rPr>
              <a:t>dot.node</a:t>
            </a:r>
            <a:r>
              <a:rPr lang="en-US" altLang="zh-CN" dirty="0">
                <a:solidFill>
                  <a:schemeClr val="accent1"/>
                </a:solidFill>
              </a:rPr>
              <a:t>('A', 'King Arthur')</a:t>
            </a:r>
          </a:p>
          <a:p>
            <a:r>
              <a:rPr lang="en-US" altLang="zh-CN" dirty="0" err="1">
                <a:solidFill>
                  <a:schemeClr val="accent1"/>
                </a:solidFill>
              </a:rPr>
              <a:t>dot.node</a:t>
            </a:r>
            <a:r>
              <a:rPr lang="en-US" altLang="zh-CN" dirty="0">
                <a:solidFill>
                  <a:schemeClr val="accent1"/>
                </a:solidFill>
              </a:rPr>
              <a:t>('B', 'Sir </a:t>
            </a:r>
            <a:r>
              <a:rPr lang="en-US" altLang="zh-CN" dirty="0" err="1">
                <a:solidFill>
                  <a:schemeClr val="accent1"/>
                </a:solidFill>
              </a:rPr>
              <a:t>Bedevere</a:t>
            </a:r>
            <a:r>
              <a:rPr lang="en-US" altLang="zh-CN" dirty="0">
                <a:solidFill>
                  <a:schemeClr val="accent1"/>
                </a:solidFill>
              </a:rPr>
              <a:t> the Wise')</a:t>
            </a:r>
          </a:p>
          <a:p>
            <a:r>
              <a:rPr lang="en-US" altLang="zh-CN" dirty="0" err="1">
                <a:solidFill>
                  <a:schemeClr val="accent1"/>
                </a:solidFill>
              </a:rPr>
              <a:t>dot.node</a:t>
            </a:r>
            <a:r>
              <a:rPr lang="en-US" altLang="zh-CN" dirty="0">
                <a:solidFill>
                  <a:schemeClr val="accent1"/>
                </a:solidFill>
              </a:rPr>
              <a:t>('L', 'Sir Lancelot the Brave')</a:t>
            </a: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 err="1">
                <a:solidFill>
                  <a:schemeClr val="accent1"/>
                </a:solidFill>
              </a:rPr>
              <a:t>dot.edges</a:t>
            </a:r>
            <a:r>
              <a:rPr lang="en-US" altLang="zh-CN" dirty="0">
                <a:solidFill>
                  <a:schemeClr val="accent1"/>
                </a:solidFill>
              </a:rPr>
              <a:t>(['AB', 'AL'])</a:t>
            </a:r>
          </a:p>
          <a:p>
            <a:r>
              <a:rPr lang="en-US" altLang="zh-CN" dirty="0" err="1">
                <a:solidFill>
                  <a:schemeClr val="accent1"/>
                </a:solidFill>
              </a:rPr>
              <a:t>dot.edge</a:t>
            </a:r>
            <a:r>
              <a:rPr lang="en-US" altLang="zh-CN" dirty="0">
                <a:solidFill>
                  <a:schemeClr val="accent1"/>
                </a:solidFill>
              </a:rPr>
              <a:t>('B', 'L', constraint='false')</a:t>
            </a:r>
          </a:p>
          <a:p>
            <a:endParaRPr lang="en-US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print(</a:t>
            </a:r>
            <a:r>
              <a:rPr lang="en-US" altLang="zh-CN" dirty="0" err="1">
                <a:solidFill>
                  <a:schemeClr val="accent1"/>
                </a:solidFill>
              </a:rPr>
              <a:t>dot.source</a:t>
            </a:r>
            <a:r>
              <a:rPr lang="en-US" altLang="zh-CN" dirty="0">
                <a:solidFill>
                  <a:schemeClr val="accent1"/>
                </a:solidFill>
              </a:rPr>
              <a:t>)</a:t>
            </a:r>
          </a:p>
          <a:p>
            <a:r>
              <a:rPr lang="en-US" altLang="zh-CN" dirty="0" err="1">
                <a:solidFill>
                  <a:schemeClr val="accent1"/>
                </a:solidFill>
              </a:rPr>
              <a:t>dot.render</a:t>
            </a:r>
            <a:r>
              <a:rPr lang="en-US" altLang="zh-CN" dirty="0">
                <a:solidFill>
                  <a:schemeClr val="accent1"/>
                </a:solidFill>
              </a:rPr>
              <a:t>('round-</a:t>
            </a:r>
            <a:r>
              <a:rPr lang="en-US" altLang="zh-CN" dirty="0" err="1">
                <a:solidFill>
                  <a:schemeClr val="accent1"/>
                </a:solidFill>
              </a:rPr>
              <a:t>table.gv</a:t>
            </a:r>
            <a:r>
              <a:rPr lang="en-US" altLang="zh-CN" dirty="0">
                <a:solidFill>
                  <a:schemeClr val="accent1"/>
                </a:solidFill>
              </a:rPr>
              <a:t>', view=True)</a:t>
            </a:r>
          </a:p>
          <a:p>
            <a:pPr marL="342900" indent="-342900">
              <a:buAutoNum type="arabicPeriod"/>
            </a:pPr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6B82C4-4BDF-414E-A6E9-CC23631CFC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229"/>
          <a:stretch/>
        </p:blipFill>
        <p:spPr>
          <a:xfrm>
            <a:off x="6933414" y="2225388"/>
            <a:ext cx="4884513" cy="199505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758A127-9AC0-4FF4-958C-4A245C8492A6}"/>
              </a:ext>
            </a:extLst>
          </p:cNvPr>
          <p:cNvSpPr txBox="1"/>
          <p:nvPr/>
        </p:nvSpPr>
        <p:spPr>
          <a:xfrm>
            <a:off x="8868468" y="1262533"/>
            <a:ext cx="1835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linkClick r:id="rId4"/>
              </a:rPr>
              <a:t>官方网站</a:t>
            </a:r>
            <a:endParaRPr lang="zh-CN" alt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95B7EF6-1B73-48EE-A171-C2955CBE1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84" y="177545"/>
            <a:ext cx="1809843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023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22B628-E036-488B-8C4C-EC4C7C197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73" y="2132798"/>
            <a:ext cx="5916350" cy="3930071"/>
          </a:xfrm>
          <a:prstGeom prst="rect">
            <a:avLst/>
          </a:prstGeom>
        </p:spPr>
      </p:pic>
      <p:grpSp>
        <p:nvGrpSpPr>
          <p:cNvPr id="6" name="组合 23">
            <a:extLst>
              <a:ext uri="{FF2B5EF4-FFF2-40B4-BE49-F238E27FC236}">
                <a16:creationId xmlns:a16="http://schemas.microsoft.com/office/drawing/2014/main" id="{C9FCEFD9-436B-4E92-9BBF-CF46E0199B93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7" name="矩形 24">
              <a:extLst>
                <a:ext uri="{FF2B5EF4-FFF2-40B4-BE49-F238E27FC236}">
                  <a16:creationId xmlns:a16="http://schemas.microsoft.com/office/drawing/2014/main" id="{DF609DBE-195E-4BFF-9167-619A94FF0C8D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8" name="直接连接符 25">
              <a:extLst>
                <a:ext uri="{FF2B5EF4-FFF2-40B4-BE49-F238E27FC236}">
                  <a16:creationId xmlns:a16="http://schemas.microsoft.com/office/drawing/2014/main" id="{E25BD141-9E4C-43CD-8CFE-709127731176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29">
            <a:extLst>
              <a:ext uri="{FF2B5EF4-FFF2-40B4-BE49-F238E27FC236}">
                <a16:creationId xmlns:a16="http://schemas.microsoft.com/office/drawing/2014/main" id="{723D4429-FF8F-4D32-9ED8-284C2E42CD9C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画廊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6F8660-B17A-45A6-B92F-97940B857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136" y="2132798"/>
            <a:ext cx="4572235" cy="43372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656D724-87EA-4335-AEA8-97D1381A5545}"/>
              </a:ext>
            </a:extLst>
          </p:cNvPr>
          <p:cNvSpPr txBox="1"/>
          <p:nvPr/>
        </p:nvSpPr>
        <p:spPr>
          <a:xfrm>
            <a:off x="299122" y="5288719"/>
            <a:ext cx="16025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数据结构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C801F-4E38-48DE-ABA1-A42819CC2A18}"/>
              </a:ext>
            </a:extLst>
          </p:cNvPr>
          <p:cNvSpPr txBox="1"/>
          <p:nvPr/>
        </p:nvSpPr>
        <p:spPr>
          <a:xfrm>
            <a:off x="6456828" y="5288718"/>
            <a:ext cx="1787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实体关系图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9EFD13-237D-4B92-A965-074370AA3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7636" y="208787"/>
            <a:ext cx="1797142" cy="176539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08948AE-AD37-47D0-A11A-140D7948A993}"/>
              </a:ext>
            </a:extLst>
          </p:cNvPr>
          <p:cNvSpPr txBox="1"/>
          <p:nvPr/>
        </p:nvSpPr>
        <p:spPr>
          <a:xfrm>
            <a:off x="9002523" y="1153680"/>
            <a:ext cx="112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6"/>
              </a:rPr>
              <a:t>更多样例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2202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23">
            <a:extLst>
              <a:ext uri="{FF2B5EF4-FFF2-40B4-BE49-F238E27FC236}">
                <a16:creationId xmlns:a16="http://schemas.microsoft.com/office/drawing/2014/main" id="{C9FCEFD9-436B-4E92-9BBF-CF46E0199B93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7" name="矩形 24">
              <a:extLst>
                <a:ext uri="{FF2B5EF4-FFF2-40B4-BE49-F238E27FC236}">
                  <a16:creationId xmlns:a16="http://schemas.microsoft.com/office/drawing/2014/main" id="{DF609DBE-195E-4BFF-9167-619A94FF0C8D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8" name="直接连接符 25">
              <a:extLst>
                <a:ext uri="{FF2B5EF4-FFF2-40B4-BE49-F238E27FC236}">
                  <a16:creationId xmlns:a16="http://schemas.microsoft.com/office/drawing/2014/main" id="{E25BD141-9E4C-43CD-8CFE-709127731176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29">
            <a:extLst>
              <a:ext uri="{FF2B5EF4-FFF2-40B4-BE49-F238E27FC236}">
                <a16:creationId xmlns:a16="http://schemas.microsoft.com/office/drawing/2014/main" id="{723D4429-FF8F-4D32-9ED8-284C2E42CD9C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 err="1">
                <a:solidFill>
                  <a:prstClr val="black"/>
                </a:solidFill>
                <a:cs typeface="+mn-ea"/>
                <a:sym typeface="+mn-lt"/>
              </a:rPr>
              <a:t>Graphviz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在线编辑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8948AE-AD37-47D0-A11A-140D7948A993}"/>
              </a:ext>
            </a:extLst>
          </p:cNvPr>
          <p:cNvSpPr txBox="1"/>
          <p:nvPr/>
        </p:nvSpPr>
        <p:spPr>
          <a:xfrm>
            <a:off x="10350448" y="1986736"/>
            <a:ext cx="1125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官方网站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43EF92-CF05-444D-A7D4-1736B1BE1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8084" y="134585"/>
            <a:ext cx="1809843" cy="1778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4258B4-B59A-44C9-8955-25D4EFA367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1038"/>
          <a:stretch/>
        </p:blipFill>
        <p:spPr>
          <a:xfrm>
            <a:off x="374073" y="1355324"/>
            <a:ext cx="9593519" cy="537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03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7D9B0D-50AD-4210-A8D6-B3E6C9542F95}"/>
              </a:ext>
            </a:extLst>
          </p:cNvPr>
          <p:cNvSpPr txBox="1"/>
          <p:nvPr/>
        </p:nvSpPr>
        <p:spPr>
          <a:xfrm>
            <a:off x="8992225" y="1298367"/>
            <a:ext cx="1246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官方网站</a:t>
            </a:r>
            <a:endParaRPr lang="zh-CN" altLang="en-US" dirty="0"/>
          </a:p>
        </p:txBody>
      </p:sp>
      <p:grpSp>
        <p:nvGrpSpPr>
          <p:cNvPr id="4" name="组合 23">
            <a:extLst>
              <a:ext uri="{FF2B5EF4-FFF2-40B4-BE49-F238E27FC236}">
                <a16:creationId xmlns:a16="http://schemas.microsoft.com/office/drawing/2014/main" id="{3C374427-3CFB-40D5-B1B2-870B787ACB95}"/>
              </a:ext>
            </a:extLst>
          </p:cNvPr>
          <p:cNvGrpSpPr/>
          <p:nvPr/>
        </p:nvGrpSpPr>
        <p:grpSpPr>
          <a:xfrm>
            <a:off x="374073" y="134585"/>
            <a:ext cx="11443854" cy="960582"/>
            <a:chOff x="378692" y="378690"/>
            <a:chExt cx="11443854" cy="960582"/>
          </a:xfrm>
        </p:grpSpPr>
        <p:sp>
          <p:nvSpPr>
            <p:cNvPr id="5" name="矩形 24">
              <a:extLst>
                <a:ext uri="{FF2B5EF4-FFF2-40B4-BE49-F238E27FC236}">
                  <a16:creationId xmlns:a16="http://schemas.microsoft.com/office/drawing/2014/main" id="{A8B09C83-15DE-46F7-AEB0-E06B1B44FF08}"/>
                </a:ext>
              </a:extLst>
            </p:cNvPr>
            <p:cNvSpPr/>
            <p:nvPr/>
          </p:nvSpPr>
          <p:spPr>
            <a:xfrm>
              <a:off x="378692" y="378690"/>
              <a:ext cx="193963" cy="757383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cxnSp>
          <p:nvCxnSpPr>
            <p:cNvPr id="6" name="直接连接符 25">
              <a:extLst>
                <a:ext uri="{FF2B5EF4-FFF2-40B4-BE49-F238E27FC236}">
                  <a16:creationId xmlns:a16="http://schemas.microsoft.com/office/drawing/2014/main" id="{7057FD70-4BDC-45D6-AABC-B4F7BE0327AE}"/>
                </a:ext>
              </a:extLst>
            </p:cNvPr>
            <p:cNvCxnSpPr/>
            <p:nvPr/>
          </p:nvCxnSpPr>
          <p:spPr>
            <a:xfrm>
              <a:off x="378692" y="1339272"/>
              <a:ext cx="11443854" cy="0"/>
            </a:xfrm>
            <a:prstGeom prst="line">
              <a:avLst/>
            </a:prstGeom>
            <a:ln w="28575"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29">
            <a:extLst>
              <a:ext uri="{FF2B5EF4-FFF2-40B4-BE49-F238E27FC236}">
                <a16:creationId xmlns:a16="http://schemas.microsoft.com/office/drawing/2014/main" id="{4A7EBDF4-1437-4D33-9D8F-53E0159837EC}"/>
              </a:ext>
            </a:extLst>
          </p:cNvPr>
          <p:cNvSpPr txBox="1"/>
          <p:nvPr/>
        </p:nvSpPr>
        <p:spPr>
          <a:xfrm>
            <a:off x="835889" y="190110"/>
            <a:ext cx="11088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dot2tex: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用 </a:t>
            </a:r>
            <a:r>
              <a:rPr lang="en-US" altLang="zh-CN" sz="3600" b="1" dirty="0">
                <a:solidFill>
                  <a:prstClr val="black"/>
                </a:solidFill>
                <a:cs typeface="+mn-ea"/>
                <a:sym typeface="+mn-lt"/>
              </a:rPr>
              <a:t>Latex </a:t>
            </a:r>
            <a:r>
              <a:rPr lang="zh-CN" altLang="en-US" sz="3600" b="1" dirty="0">
                <a:solidFill>
                  <a:prstClr val="black"/>
                </a:solidFill>
                <a:cs typeface="+mn-ea"/>
                <a:sym typeface="+mn-lt"/>
              </a:rPr>
              <a:t>写标签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CCE441-A834-4C23-A98A-EC9070A9F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5884" y="209296"/>
            <a:ext cx="1828894" cy="17717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A3B6357-2593-41FE-9E06-8EF9D6924523}"/>
              </a:ext>
            </a:extLst>
          </p:cNvPr>
          <p:cNvSpPr txBox="1"/>
          <p:nvPr/>
        </p:nvSpPr>
        <p:spPr>
          <a:xfrm>
            <a:off x="374073" y="1345440"/>
            <a:ext cx="789300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安装：以管理员身份运行 </a:t>
            </a:r>
            <a:r>
              <a:rPr lang="en-US" altLang="zh-CN" b="1" dirty="0">
                <a:solidFill>
                  <a:schemeClr val="accent1"/>
                </a:solidFill>
              </a:rPr>
              <a:t>Anaconda Prompt</a:t>
            </a:r>
          </a:p>
          <a:p>
            <a:pPr lvl="1"/>
            <a:r>
              <a:rPr lang="zh-CN" altLang="en-US" dirty="0"/>
              <a:t>切换到要安装的 </a:t>
            </a:r>
            <a:r>
              <a:rPr lang="en-US" altLang="zh-CN" dirty="0"/>
              <a:t>Python </a:t>
            </a:r>
            <a:r>
              <a:rPr lang="zh-CN" altLang="en-US" dirty="0"/>
              <a:t>虚拟环境比如 </a:t>
            </a:r>
            <a:r>
              <a:rPr lang="en-US" altLang="zh-CN" dirty="0"/>
              <a:t>tf2</a:t>
            </a:r>
          </a:p>
          <a:p>
            <a:pPr lvl="1"/>
            <a:r>
              <a:rPr lang="en-US" altLang="zh-CN" b="1" dirty="0">
                <a:solidFill>
                  <a:schemeClr val="accent1"/>
                </a:solidFill>
              </a:rPr>
              <a:t>	activate tf2</a:t>
            </a:r>
          </a:p>
          <a:p>
            <a:pPr lvl="1"/>
            <a:r>
              <a:rPr lang="en-US" altLang="zh-CN" b="1" dirty="0">
                <a:solidFill>
                  <a:schemeClr val="accent1"/>
                </a:solidFill>
              </a:rPr>
              <a:t>	pip install dot2tex</a:t>
            </a:r>
          </a:p>
          <a:p>
            <a:pPr lvl="1"/>
            <a:endParaRPr lang="en-US" altLang="zh-CN" b="1" dirty="0">
              <a:solidFill>
                <a:schemeClr val="accent1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/>
              <a:t>把</a:t>
            </a:r>
            <a:r>
              <a:rPr lang="en-US" altLang="zh-CN" dirty="0"/>
              <a:t> dot </a:t>
            </a:r>
            <a:r>
              <a:rPr lang="zh-CN" altLang="en-US" dirty="0"/>
              <a:t>格式文件转换为 </a:t>
            </a:r>
            <a:r>
              <a:rPr lang="en-US" altLang="zh-CN" dirty="0" err="1"/>
              <a:t>tikz</a:t>
            </a:r>
            <a:r>
              <a:rPr lang="en-US" altLang="zh-CN" dirty="0"/>
              <a:t> </a:t>
            </a:r>
            <a:r>
              <a:rPr lang="zh-CN" altLang="en-US" dirty="0"/>
              <a:t>格式。在 </a:t>
            </a:r>
            <a:r>
              <a:rPr lang="en-US" altLang="zh-CN" dirty="0"/>
              <a:t>Anaconda Prompt </a:t>
            </a:r>
            <a:r>
              <a:rPr lang="zh-CN" altLang="en-US" dirty="0"/>
              <a:t>运行：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b="1" dirty="0">
                <a:solidFill>
                  <a:schemeClr val="accent1"/>
                </a:solidFill>
              </a:rPr>
              <a:t>dot2tex -</a:t>
            </a:r>
            <a:r>
              <a:rPr lang="en-US" altLang="zh-CN" b="1" dirty="0" err="1">
                <a:solidFill>
                  <a:schemeClr val="accent1"/>
                </a:solidFill>
              </a:rPr>
              <a:t>ftikz</a:t>
            </a:r>
            <a:r>
              <a:rPr lang="en-US" altLang="zh-CN" b="1" dirty="0">
                <a:solidFill>
                  <a:schemeClr val="accent1"/>
                </a:solidFill>
              </a:rPr>
              <a:t> -</a:t>
            </a:r>
            <a:r>
              <a:rPr lang="en-US" altLang="zh-CN" b="1" dirty="0" err="1">
                <a:solidFill>
                  <a:schemeClr val="accent1"/>
                </a:solidFill>
              </a:rPr>
              <a:t>tmath</a:t>
            </a:r>
            <a:r>
              <a:rPr lang="en-US" altLang="zh-CN" b="1" dirty="0">
                <a:solidFill>
                  <a:schemeClr val="accent1"/>
                </a:solidFill>
              </a:rPr>
              <a:t> test.dot &gt; </a:t>
            </a:r>
            <a:r>
              <a:rPr lang="en-US" altLang="zh-CN" b="1" dirty="0" err="1">
                <a:solidFill>
                  <a:schemeClr val="accent1"/>
                </a:solidFill>
              </a:rPr>
              <a:t>testtikz.tex</a:t>
            </a:r>
            <a:endParaRPr lang="en-US" altLang="zh-CN" b="1" dirty="0">
              <a:solidFill>
                <a:schemeClr val="accent1"/>
              </a:solidFill>
            </a:endParaRPr>
          </a:p>
          <a:p>
            <a:endParaRPr lang="en-US" altLang="zh-CN" b="1" dirty="0">
              <a:solidFill>
                <a:schemeClr val="accent1"/>
              </a:solidFill>
            </a:endParaRPr>
          </a:p>
          <a:p>
            <a:r>
              <a:rPr lang="en-US" altLang="zh-CN" b="1" dirty="0">
                <a:solidFill>
                  <a:schemeClr val="accent1"/>
                </a:solidFill>
              </a:rPr>
              <a:t>     </a:t>
            </a:r>
            <a:r>
              <a:rPr lang="en-US" altLang="zh-CN" dirty="0"/>
              <a:t>-</a:t>
            </a:r>
            <a:r>
              <a:rPr lang="en-US" altLang="zh-CN" dirty="0" err="1"/>
              <a:t>tmath</a:t>
            </a:r>
            <a:r>
              <a:rPr lang="en-US" altLang="zh-CN" dirty="0"/>
              <a:t> </a:t>
            </a:r>
            <a:r>
              <a:rPr lang="zh-CN" altLang="en-US" dirty="0"/>
              <a:t>把所有标签都放在</a:t>
            </a:r>
            <a:r>
              <a:rPr lang="en-US" altLang="zh-CN" dirty="0"/>
              <a:t>$ $</a:t>
            </a:r>
            <a:r>
              <a:rPr lang="zh-CN" altLang="en-US" dirty="0"/>
              <a:t>中间变成数学公式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zh-CN" altLang="en-US" dirty="0">
                <a:solidFill>
                  <a:srgbClr val="FF0000"/>
                </a:solidFill>
              </a:rPr>
              <a:t>如果出现： </a:t>
            </a:r>
            <a:r>
              <a:rPr lang="en-US" altLang="zh-CN" dirty="0" err="1">
                <a:solidFill>
                  <a:srgbClr val="FF0000"/>
                </a:solidFill>
              </a:rPr>
              <a:t>ValueError</a:t>
            </a:r>
            <a:r>
              <a:rPr lang="en-US" altLang="zh-CN" dirty="0">
                <a:solidFill>
                  <a:srgbClr val="FF0000"/>
                </a:solidFill>
              </a:rPr>
              <a:t>: could not convert string to float: '\\\r\n98.796’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</a:t>
            </a:r>
            <a:r>
              <a:rPr lang="zh-CN" altLang="en-US" dirty="0">
                <a:solidFill>
                  <a:srgbClr val="FF0000"/>
                </a:solidFill>
              </a:rPr>
              <a:t>在一条边 </a:t>
            </a:r>
            <a:r>
              <a:rPr lang="en-US" altLang="zh-CN" dirty="0">
                <a:solidFill>
                  <a:srgbClr val="FF0000"/>
                </a:solidFill>
              </a:rPr>
              <a:t>h11 -&gt; h21 </a:t>
            </a:r>
            <a:r>
              <a:rPr lang="zh-CN" altLang="en-US" dirty="0">
                <a:solidFill>
                  <a:srgbClr val="FF0000"/>
                </a:solidFill>
              </a:rPr>
              <a:t>后加上</a:t>
            </a:r>
            <a:r>
              <a:rPr lang="en-US" altLang="zh-CN" dirty="0">
                <a:solidFill>
                  <a:srgbClr val="FF0000"/>
                </a:solidFill>
              </a:rPr>
              <a:t>[label=“w_{2,1,1}”</a:t>
            </a:r>
            <a:r>
              <a:rPr lang="zh-CN" altLang="en-US" dirty="0">
                <a:solidFill>
                  <a:srgbClr val="FF0000"/>
                </a:solidFill>
              </a:rPr>
              <a:t>就没有错了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en-US" altLang="zh-CN" dirty="0"/>
              <a:t>3.  </a:t>
            </a:r>
            <a:r>
              <a:rPr lang="zh-CN" altLang="en-US" dirty="0"/>
              <a:t>用 </a:t>
            </a:r>
            <a:r>
              <a:rPr lang="en-US" altLang="zh-CN" dirty="0"/>
              <a:t>Latex </a:t>
            </a:r>
            <a:r>
              <a:rPr lang="zh-CN" altLang="en-US" dirty="0"/>
              <a:t>（要安装 </a:t>
            </a:r>
            <a:r>
              <a:rPr lang="en-US" altLang="zh-CN" dirty="0" err="1"/>
              <a:t>tikz</a:t>
            </a:r>
            <a:r>
              <a:rPr lang="en-US" altLang="zh-CN" dirty="0"/>
              <a:t>) </a:t>
            </a:r>
            <a:r>
              <a:rPr lang="zh-CN" altLang="en-US" dirty="0"/>
              <a:t>编译生成的 </a:t>
            </a:r>
            <a:r>
              <a:rPr lang="en-US" altLang="zh-CN" dirty="0" err="1"/>
              <a:t>tex</a:t>
            </a:r>
            <a:r>
              <a:rPr lang="en-US" altLang="zh-CN" dirty="0"/>
              <a:t> </a:t>
            </a:r>
            <a:r>
              <a:rPr lang="zh-CN" altLang="en-US" dirty="0"/>
              <a:t>文件</a:t>
            </a:r>
            <a:r>
              <a:rPr lang="en-US" altLang="zh-CN" dirty="0"/>
              <a:t>	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72780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txd3mf1">
      <a:majorFont>
        <a:latin typeface="Microsoft YaHei" panose="020F0302020204030204"/>
        <a:ea typeface="Microsoft YaHei"/>
        <a:cs typeface=""/>
      </a:majorFont>
      <a:minorFont>
        <a:latin typeface="Microsoft YaHei" panose="020F0502020204030204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4533C28-127E-4C35-9B2F-E0A8803CF85D}">
  <we:reference id="wa104380121" version="2.0.0.0" store="en-US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19387</TotalTime>
  <Words>890</Words>
  <Application>Microsoft Office PowerPoint</Application>
  <PresentationFormat>Widescreen</PresentationFormat>
  <Paragraphs>94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微软雅黑</vt:lpstr>
      <vt:lpstr>等线</vt:lpstr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莹 付</dc:creator>
  <cp:lastModifiedBy>Wenbin Zhu</cp:lastModifiedBy>
  <cp:revision>380</cp:revision>
  <dcterms:created xsi:type="dcterms:W3CDTF">2018-11-24T12:31:41Z</dcterms:created>
  <dcterms:modified xsi:type="dcterms:W3CDTF">2020-07-28T09:37:51Z</dcterms:modified>
</cp:coreProperties>
</file>